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4" r:id="rId5"/>
    <p:sldId id="265" r:id="rId6"/>
    <p:sldId id="267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6" r:id="rId15"/>
    <p:sldId id="274" r:id="rId16"/>
    <p:sldId id="275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E"/>
    <a:srgbClr val="FFFFFF"/>
    <a:srgbClr val="F9FAFD"/>
    <a:srgbClr val="333333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63547-B07F-435C-89EE-7B6E49B33C09}" v="41" dt="2025-12-06T17:46:46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40" autoAdjust="0"/>
  </p:normalViewPr>
  <p:slideViewPr>
    <p:cSldViewPr snapToGrid="0">
      <p:cViewPr varScale="1">
        <p:scale>
          <a:sx n="94" d="100"/>
          <a:sy n="94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der Van Avermaet" userId="106d7458236fed3c" providerId="LiveId" clId="{4B028DE3-63DC-4946-9DA4-F7164FE9DD26}"/>
    <pc:docChg chg="undo redo custSel addSld delSld modSld sldOrd">
      <pc:chgData name="Lander Van Avermaet" userId="106d7458236fed3c" providerId="LiveId" clId="{4B028DE3-63DC-4946-9DA4-F7164FE9DD26}" dt="2025-12-06T17:47:18.529" v="2228" actId="1076"/>
      <pc:docMkLst>
        <pc:docMk/>
      </pc:docMkLst>
      <pc:sldChg chg="del">
        <pc:chgData name="Lander Van Avermaet" userId="106d7458236fed3c" providerId="LiveId" clId="{4B028DE3-63DC-4946-9DA4-F7164FE9DD26}" dt="2025-12-06T15:29:05.873" v="2" actId="47"/>
        <pc:sldMkLst>
          <pc:docMk/>
          <pc:sldMk cId="1292461014" sldId="256"/>
        </pc:sldMkLst>
      </pc:sldChg>
      <pc:sldChg chg="modSp mod">
        <pc:chgData name="Lander Van Avermaet" userId="106d7458236fed3c" providerId="LiveId" clId="{4B028DE3-63DC-4946-9DA4-F7164FE9DD26}" dt="2025-12-06T15:28:58.840" v="1" actId="20577"/>
        <pc:sldMkLst>
          <pc:docMk/>
          <pc:sldMk cId="3776717185" sldId="264"/>
        </pc:sldMkLst>
        <pc:spChg chg="mod">
          <ac:chgData name="Lander Van Avermaet" userId="106d7458236fed3c" providerId="LiveId" clId="{4B028DE3-63DC-4946-9DA4-F7164FE9DD26}" dt="2025-12-06T15:28:58.840" v="1" actId="20577"/>
          <ac:spMkLst>
            <pc:docMk/>
            <pc:sldMk cId="3776717185" sldId="264"/>
            <ac:spMk id="3" creationId="{AE8D8644-3685-E96C-86D8-F3A87B50BB7E}"/>
          </ac:spMkLst>
        </pc:spChg>
      </pc:sldChg>
      <pc:sldChg chg="addSp delSp modSp mod">
        <pc:chgData name="Lander Van Avermaet" userId="106d7458236fed3c" providerId="LiveId" clId="{4B028DE3-63DC-4946-9DA4-F7164FE9DD26}" dt="2025-12-06T16:39:55.304" v="568" actId="12"/>
        <pc:sldMkLst>
          <pc:docMk/>
          <pc:sldMk cId="1850688885" sldId="265"/>
        </pc:sldMkLst>
        <pc:spChg chg="mod">
          <ac:chgData name="Lander Van Avermaet" userId="106d7458236fed3c" providerId="LiveId" clId="{4B028DE3-63DC-4946-9DA4-F7164FE9DD26}" dt="2025-12-06T16:33:39.148" v="395" actId="1076"/>
          <ac:spMkLst>
            <pc:docMk/>
            <pc:sldMk cId="1850688885" sldId="265"/>
            <ac:spMk id="2" creationId="{EB461840-D66F-4145-F4D5-D397B54DBC48}"/>
          </ac:spMkLst>
        </pc:spChg>
        <pc:spChg chg="add del mod">
          <ac:chgData name="Lander Van Avermaet" userId="106d7458236fed3c" providerId="LiveId" clId="{4B028DE3-63DC-4946-9DA4-F7164FE9DD26}" dt="2025-12-06T16:28:56.669" v="342"/>
          <ac:spMkLst>
            <pc:docMk/>
            <pc:sldMk cId="1850688885" sldId="265"/>
            <ac:spMk id="3" creationId="{0796E2A1-1F12-6FBE-5763-6A3D5E1FBDA4}"/>
          </ac:spMkLst>
        </pc:spChg>
        <pc:spChg chg="add mod">
          <ac:chgData name="Lander Van Avermaet" userId="106d7458236fed3c" providerId="LiveId" clId="{4B028DE3-63DC-4946-9DA4-F7164FE9DD26}" dt="2025-12-06T16:39:55.304" v="568" actId="12"/>
          <ac:spMkLst>
            <pc:docMk/>
            <pc:sldMk cId="1850688885" sldId="265"/>
            <ac:spMk id="4" creationId="{0FB4394A-8202-DA69-C651-879BEA9A1E82}"/>
          </ac:spMkLst>
        </pc:spChg>
        <pc:picChg chg="add mod">
          <ac:chgData name="Lander Van Avermaet" userId="106d7458236fed3c" providerId="LiveId" clId="{4B028DE3-63DC-4946-9DA4-F7164FE9DD26}" dt="2025-12-06T16:35:46.059" v="426" actId="14861"/>
          <ac:picMkLst>
            <pc:docMk/>
            <pc:sldMk cId="1850688885" sldId="265"/>
            <ac:picMk id="6" creationId="{8A7EAF76-3828-8DCD-CA8F-117FD2B15BE5}"/>
          </ac:picMkLst>
        </pc:picChg>
      </pc:sldChg>
      <pc:sldChg chg="addSp delSp modSp add mod ord setBg">
        <pc:chgData name="Lander Van Avermaet" userId="106d7458236fed3c" providerId="LiveId" clId="{4B028DE3-63DC-4946-9DA4-F7164FE9DD26}" dt="2025-12-06T16:58:02.203" v="1135" actId="1076"/>
        <pc:sldMkLst>
          <pc:docMk/>
          <pc:sldMk cId="2031918793" sldId="266"/>
        </pc:sldMkLst>
        <pc:spChg chg="mod">
          <ac:chgData name="Lander Van Avermaet" userId="106d7458236fed3c" providerId="LiveId" clId="{4B028DE3-63DC-4946-9DA4-F7164FE9DD26}" dt="2025-12-06T16:40:04.444" v="579" actId="20577"/>
          <ac:spMkLst>
            <pc:docMk/>
            <pc:sldMk cId="2031918793" sldId="266"/>
            <ac:spMk id="2" creationId="{1ED18184-8349-B389-2657-DEB0F12E0334}"/>
          </ac:spMkLst>
        </pc:spChg>
        <pc:spChg chg="del mod">
          <ac:chgData name="Lander Van Avermaet" userId="106d7458236fed3c" providerId="LiveId" clId="{4B028DE3-63DC-4946-9DA4-F7164FE9DD26}" dt="2025-12-06T16:36:27.460" v="480"/>
          <ac:spMkLst>
            <pc:docMk/>
            <pc:sldMk cId="2031918793" sldId="266"/>
            <ac:spMk id="4" creationId="{DEF28BD3-A990-8E41-AF31-AD72D0E4E320}"/>
          </ac:spMkLst>
        </pc:spChg>
        <pc:spChg chg="add mod">
          <ac:chgData name="Lander Van Avermaet" userId="106d7458236fed3c" providerId="LiveId" clId="{4B028DE3-63DC-4946-9DA4-F7164FE9DD26}" dt="2025-12-06T16:51:40.674" v="1117" actId="15"/>
          <ac:spMkLst>
            <pc:docMk/>
            <pc:sldMk cId="2031918793" sldId="266"/>
            <ac:spMk id="9" creationId="{CEBC8644-836F-55ED-86A7-85BFAF3DF24E}"/>
          </ac:spMkLst>
        </pc:spChg>
        <pc:picChg chg="add del mod">
          <ac:chgData name="Lander Van Avermaet" userId="106d7458236fed3c" providerId="LiveId" clId="{4B028DE3-63DC-4946-9DA4-F7164FE9DD26}" dt="2025-12-06T16:38:08.609" v="499" actId="21"/>
          <ac:picMkLst>
            <pc:docMk/>
            <pc:sldMk cId="2031918793" sldId="266"/>
            <ac:picMk id="5" creationId="{05FFCCF6-3EDB-456C-FF7A-31013D64A2C4}"/>
          </ac:picMkLst>
        </pc:picChg>
        <pc:picChg chg="del">
          <ac:chgData name="Lander Van Avermaet" userId="106d7458236fed3c" providerId="LiveId" clId="{4B028DE3-63DC-4946-9DA4-F7164FE9DD26}" dt="2025-12-06T16:36:29.350" v="481" actId="478"/>
          <ac:picMkLst>
            <pc:docMk/>
            <pc:sldMk cId="2031918793" sldId="266"/>
            <ac:picMk id="6" creationId="{DF0D86A9-FDB3-5564-9FDD-453BE7586D43}"/>
          </ac:picMkLst>
        </pc:picChg>
        <pc:picChg chg="add mod ord">
          <ac:chgData name="Lander Van Avermaet" userId="106d7458236fed3c" providerId="LiveId" clId="{4B028DE3-63DC-4946-9DA4-F7164FE9DD26}" dt="2025-12-06T16:58:02.203" v="1135" actId="1076"/>
          <ac:picMkLst>
            <pc:docMk/>
            <pc:sldMk cId="2031918793" sldId="266"/>
            <ac:picMk id="8" creationId="{DC250EBD-05C8-D688-D75F-447B9C309D18}"/>
          </ac:picMkLst>
        </pc:picChg>
        <pc:picChg chg="add mod">
          <ac:chgData name="Lander Van Avermaet" userId="106d7458236fed3c" providerId="LiveId" clId="{4B028DE3-63DC-4946-9DA4-F7164FE9DD26}" dt="2025-12-06T16:58:02.203" v="1135" actId="1076"/>
          <ac:picMkLst>
            <pc:docMk/>
            <pc:sldMk cId="2031918793" sldId="266"/>
            <ac:picMk id="11" creationId="{122C2F46-AB06-0269-3439-7FBFD9B07788}"/>
          </ac:picMkLst>
        </pc:picChg>
        <pc:picChg chg="add mod">
          <ac:chgData name="Lander Van Avermaet" userId="106d7458236fed3c" providerId="LiveId" clId="{4B028DE3-63DC-4946-9DA4-F7164FE9DD26}" dt="2025-12-06T16:58:02.203" v="1135" actId="1076"/>
          <ac:picMkLst>
            <pc:docMk/>
            <pc:sldMk cId="2031918793" sldId="266"/>
            <ac:picMk id="13" creationId="{E94E9408-28F4-3DB3-F148-1B4D83EC4217}"/>
          </ac:picMkLst>
        </pc:picChg>
        <pc:picChg chg="add mod">
          <ac:chgData name="Lander Van Avermaet" userId="106d7458236fed3c" providerId="LiveId" clId="{4B028DE3-63DC-4946-9DA4-F7164FE9DD26}" dt="2025-12-06T16:58:02.203" v="1135" actId="1076"/>
          <ac:picMkLst>
            <pc:docMk/>
            <pc:sldMk cId="2031918793" sldId="266"/>
            <ac:picMk id="15" creationId="{0FE3FFE5-8919-95BC-FB79-16BB86493347}"/>
          </ac:picMkLst>
        </pc:picChg>
      </pc:sldChg>
      <pc:sldChg chg="addSp modSp new mod setBg">
        <pc:chgData name="Lander Van Avermaet" userId="106d7458236fed3c" providerId="LiveId" clId="{4B028DE3-63DC-4946-9DA4-F7164FE9DD26}" dt="2025-12-06T16:39:27.317" v="565" actId="20577"/>
        <pc:sldMkLst>
          <pc:docMk/>
          <pc:sldMk cId="36843328" sldId="267"/>
        </pc:sldMkLst>
        <pc:spChg chg="add mod">
          <ac:chgData name="Lander Van Avermaet" userId="106d7458236fed3c" providerId="LiveId" clId="{4B028DE3-63DC-4946-9DA4-F7164FE9DD26}" dt="2025-12-06T16:39:27.317" v="565" actId="20577"/>
          <ac:spMkLst>
            <pc:docMk/>
            <pc:sldMk cId="36843328" sldId="267"/>
            <ac:spMk id="3" creationId="{6C4A349E-2F8B-2C36-7469-FC79E1AA9C81}"/>
          </ac:spMkLst>
        </pc:spChg>
        <pc:picChg chg="add mod">
          <ac:chgData name="Lander Van Avermaet" userId="106d7458236fed3c" providerId="LiveId" clId="{4B028DE3-63DC-4946-9DA4-F7164FE9DD26}" dt="2025-12-06T16:38:11.477" v="500"/>
          <ac:picMkLst>
            <pc:docMk/>
            <pc:sldMk cId="36843328" sldId="267"/>
            <ac:picMk id="2" creationId="{05FFCCF6-3EDB-456C-FF7A-31013D64A2C4}"/>
          </ac:picMkLst>
        </pc:picChg>
        <pc:picChg chg="add mod">
          <ac:chgData name="Lander Van Avermaet" userId="106d7458236fed3c" providerId="LiveId" clId="{4B028DE3-63DC-4946-9DA4-F7164FE9DD26}" dt="2025-12-06T16:37:53.484" v="497"/>
          <ac:picMkLst>
            <pc:docMk/>
            <pc:sldMk cId="36843328" sldId="267"/>
            <ac:picMk id="5" creationId="{05FFCCF6-3EDB-456C-FF7A-31013D64A2C4}"/>
          </ac:picMkLst>
        </pc:picChg>
      </pc:sldChg>
      <pc:sldChg chg="addSp delSp modSp add mod">
        <pc:chgData name="Lander Van Avermaet" userId="106d7458236fed3c" providerId="LiveId" clId="{4B028DE3-63DC-4946-9DA4-F7164FE9DD26}" dt="2025-12-06T17:02:36.119" v="1228" actId="20577"/>
        <pc:sldMkLst>
          <pc:docMk/>
          <pc:sldMk cId="1521673379" sldId="268"/>
        </pc:sldMkLst>
        <pc:spChg chg="mod">
          <ac:chgData name="Lander Van Avermaet" userId="106d7458236fed3c" providerId="LiveId" clId="{4B028DE3-63DC-4946-9DA4-F7164FE9DD26}" dt="2025-12-06T16:43:30.626" v="686" actId="20577"/>
          <ac:spMkLst>
            <pc:docMk/>
            <pc:sldMk cId="1521673379" sldId="268"/>
            <ac:spMk id="2" creationId="{E7DF71B6-8F3A-D1F2-75FE-71BB6C935C32}"/>
          </ac:spMkLst>
        </pc:spChg>
        <pc:spChg chg="mod">
          <ac:chgData name="Lander Van Avermaet" userId="106d7458236fed3c" providerId="LiveId" clId="{4B028DE3-63DC-4946-9DA4-F7164FE9DD26}" dt="2025-12-06T17:02:36.119" v="1228" actId="20577"/>
          <ac:spMkLst>
            <pc:docMk/>
            <pc:sldMk cId="1521673379" sldId="268"/>
            <ac:spMk id="9" creationId="{02233981-CBAF-8AA3-025F-064AADAE90F6}"/>
          </ac:spMkLst>
        </pc:spChg>
        <pc:picChg chg="add mod">
          <ac:chgData name="Lander Van Avermaet" userId="106d7458236fed3c" providerId="LiveId" clId="{4B028DE3-63DC-4946-9DA4-F7164FE9DD26}" dt="2025-12-06T16:43:14.789" v="669"/>
          <ac:picMkLst>
            <pc:docMk/>
            <pc:sldMk cId="1521673379" sldId="268"/>
            <ac:picMk id="3" creationId="{6F431DB5-F9DE-46CF-07A2-910178F7E403}"/>
          </ac:picMkLst>
        </pc:picChg>
        <pc:picChg chg="add mod">
          <ac:chgData name="Lander Van Avermaet" userId="106d7458236fed3c" providerId="LiveId" clId="{4B028DE3-63DC-4946-9DA4-F7164FE9DD26}" dt="2025-12-06T16:59:54.814" v="1159" actId="1076"/>
          <ac:picMkLst>
            <pc:docMk/>
            <pc:sldMk cId="1521673379" sldId="268"/>
            <ac:picMk id="5" creationId="{3FE5CFC9-D3B9-D73C-21E6-746270D9B07E}"/>
          </ac:picMkLst>
        </pc:picChg>
        <pc:picChg chg="add mod modCrop">
          <ac:chgData name="Lander Van Avermaet" userId="106d7458236fed3c" providerId="LiveId" clId="{4B028DE3-63DC-4946-9DA4-F7164FE9DD26}" dt="2025-12-06T17:01:36.209" v="1174" actId="1076"/>
          <ac:picMkLst>
            <pc:docMk/>
            <pc:sldMk cId="1521673379" sldId="268"/>
            <ac:picMk id="7" creationId="{D30CC30B-C382-DCC2-AD9B-24829BCDF599}"/>
          </ac:picMkLst>
        </pc:picChg>
        <pc:picChg chg="del">
          <ac:chgData name="Lander Van Avermaet" userId="106d7458236fed3c" providerId="LiveId" clId="{4B028DE3-63DC-4946-9DA4-F7164FE9DD26}" dt="2025-12-06T16:43:15.925" v="670" actId="478"/>
          <ac:picMkLst>
            <pc:docMk/>
            <pc:sldMk cId="1521673379" sldId="268"/>
            <ac:picMk id="8" creationId="{48845496-B369-EBAA-7BF9-4AD8EDC89482}"/>
          </ac:picMkLst>
        </pc:picChg>
        <pc:picChg chg="del">
          <ac:chgData name="Lander Van Avermaet" userId="106d7458236fed3c" providerId="LiveId" clId="{4B028DE3-63DC-4946-9DA4-F7164FE9DD26}" dt="2025-12-06T16:43:17.689" v="671" actId="478"/>
          <ac:picMkLst>
            <pc:docMk/>
            <pc:sldMk cId="1521673379" sldId="268"/>
            <ac:picMk id="11" creationId="{72A03DB3-CBAF-7D6D-FEE9-871FF04BE68A}"/>
          </ac:picMkLst>
        </pc:picChg>
        <pc:picChg chg="add mod">
          <ac:chgData name="Lander Van Avermaet" userId="106d7458236fed3c" providerId="LiveId" clId="{4B028DE3-63DC-4946-9DA4-F7164FE9DD26}" dt="2025-12-06T17:01:36.209" v="1174" actId="1076"/>
          <ac:picMkLst>
            <pc:docMk/>
            <pc:sldMk cId="1521673379" sldId="268"/>
            <ac:picMk id="12" creationId="{5E7EE4DF-EA37-BC17-05F2-EDF3F6C853E3}"/>
          </ac:picMkLst>
        </pc:picChg>
        <pc:picChg chg="add mod">
          <ac:chgData name="Lander Van Avermaet" userId="106d7458236fed3c" providerId="LiveId" clId="{4B028DE3-63DC-4946-9DA4-F7164FE9DD26}" dt="2025-12-06T16:59:50.920" v="1158" actId="1076"/>
          <ac:picMkLst>
            <pc:docMk/>
            <pc:sldMk cId="1521673379" sldId="268"/>
            <ac:picMk id="14" creationId="{9E3AE37A-3D02-37B0-7C2D-3F32C1B734B0}"/>
          </ac:picMkLst>
        </pc:picChg>
        <pc:picChg chg="add mod">
          <ac:chgData name="Lander Van Avermaet" userId="106d7458236fed3c" providerId="LiveId" clId="{4B028DE3-63DC-4946-9DA4-F7164FE9DD26}" dt="2025-12-06T16:59:11.560" v="1149" actId="1076"/>
          <ac:picMkLst>
            <pc:docMk/>
            <pc:sldMk cId="1521673379" sldId="268"/>
            <ac:picMk id="16" creationId="{47C52438-4E78-086C-7A10-7F5F3817BF8E}"/>
          </ac:picMkLst>
        </pc:picChg>
        <pc:picChg chg="add mod">
          <ac:chgData name="Lander Van Avermaet" userId="106d7458236fed3c" providerId="LiveId" clId="{4B028DE3-63DC-4946-9DA4-F7164FE9DD26}" dt="2025-12-06T17:01:36.209" v="1174" actId="1076"/>
          <ac:picMkLst>
            <pc:docMk/>
            <pc:sldMk cId="1521673379" sldId="268"/>
            <ac:picMk id="18" creationId="{19704F74-59EB-60B8-F831-126C5D4089D8}"/>
          </ac:picMkLst>
        </pc:picChg>
      </pc:sldChg>
      <pc:sldChg chg="addSp delSp modSp add mod">
        <pc:chgData name="Lander Van Avermaet" userId="106d7458236fed3c" providerId="LiveId" clId="{4B028DE3-63DC-4946-9DA4-F7164FE9DD26}" dt="2025-12-06T17:10:55.164" v="1389" actId="732"/>
        <pc:sldMkLst>
          <pc:docMk/>
          <pc:sldMk cId="2273454368" sldId="269"/>
        </pc:sldMkLst>
        <pc:spChg chg="mod">
          <ac:chgData name="Lander Van Avermaet" userId="106d7458236fed3c" providerId="LiveId" clId="{4B028DE3-63DC-4946-9DA4-F7164FE9DD26}" dt="2025-12-06T17:03:07.869" v="1254" actId="20577"/>
          <ac:spMkLst>
            <pc:docMk/>
            <pc:sldMk cId="2273454368" sldId="269"/>
            <ac:spMk id="2" creationId="{2ABD20C7-9F30-8CED-7E84-BC40D8C8D67F}"/>
          </ac:spMkLst>
        </pc:spChg>
        <pc:spChg chg="mod">
          <ac:chgData name="Lander Van Avermaet" userId="106d7458236fed3c" providerId="LiveId" clId="{4B028DE3-63DC-4946-9DA4-F7164FE9DD26}" dt="2025-12-06T17:04:35.042" v="1336" actId="15"/>
          <ac:spMkLst>
            <pc:docMk/>
            <pc:sldMk cId="2273454368" sldId="269"/>
            <ac:spMk id="9" creationId="{778597E2-26F1-D24A-F540-A1D93BA5CF12}"/>
          </ac:spMkLst>
        </pc:spChg>
        <pc:picChg chg="add mod">
          <ac:chgData name="Lander Van Avermaet" userId="106d7458236fed3c" providerId="LiveId" clId="{4B028DE3-63DC-4946-9DA4-F7164FE9DD26}" dt="2025-12-06T17:10:38.082" v="1387" actId="1076"/>
          <ac:picMkLst>
            <pc:docMk/>
            <pc:sldMk cId="2273454368" sldId="269"/>
            <ac:picMk id="4" creationId="{B40EBFE9-BAA7-DDA4-8D52-8060F82A37D7}"/>
          </ac:picMkLst>
        </pc:picChg>
        <pc:picChg chg="add del mod">
          <ac:chgData name="Lander Van Avermaet" userId="106d7458236fed3c" providerId="LiveId" clId="{4B028DE3-63DC-4946-9DA4-F7164FE9DD26}" dt="2025-12-06T17:03:42.585" v="1274" actId="478"/>
          <ac:picMkLst>
            <pc:docMk/>
            <pc:sldMk cId="2273454368" sldId="269"/>
            <ac:picMk id="6" creationId="{57FC4BCC-4B4B-2B46-4476-4380812CCD79}"/>
          </ac:picMkLst>
        </pc:picChg>
        <pc:picChg chg="add mod">
          <ac:chgData name="Lander Van Avermaet" userId="106d7458236fed3c" providerId="LiveId" clId="{4B028DE3-63DC-4946-9DA4-F7164FE9DD26}" dt="2025-12-06T17:10:41.562" v="1388" actId="1076"/>
          <ac:picMkLst>
            <pc:docMk/>
            <pc:sldMk cId="2273454368" sldId="269"/>
            <ac:picMk id="8" creationId="{E6E5C971-880C-D359-F0A5-A8A84F47F02A}"/>
          </ac:picMkLst>
        </pc:picChg>
        <pc:picChg chg="add mod modCrop">
          <ac:chgData name="Lander Van Avermaet" userId="106d7458236fed3c" providerId="LiveId" clId="{4B028DE3-63DC-4946-9DA4-F7164FE9DD26}" dt="2025-12-06T17:10:36.332" v="1386" actId="1076"/>
          <ac:picMkLst>
            <pc:docMk/>
            <pc:sldMk cId="2273454368" sldId="269"/>
            <ac:picMk id="11" creationId="{3E1AA3CD-C721-8328-554E-6E41479D1E60}"/>
          </ac:picMkLst>
        </pc:picChg>
        <pc:picChg chg="add mod">
          <ac:chgData name="Lander Van Avermaet" userId="106d7458236fed3c" providerId="LiveId" clId="{4B028DE3-63DC-4946-9DA4-F7164FE9DD26}" dt="2025-12-06T17:10:36.332" v="1386" actId="1076"/>
          <ac:picMkLst>
            <pc:docMk/>
            <pc:sldMk cId="2273454368" sldId="269"/>
            <ac:picMk id="13" creationId="{F15D2B39-D4FB-C9D5-4B4E-FEEDD082658D}"/>
          </ac:picMkLst>
        </pc:picChg>
        <pc:picChg chg="add mod modCrop">
          <ac:chgData name="Lander Van Avermaet" userId="106d7458236fed3c" providerId="LiveId" clId="{4B028DE3-63DC-4946-9DA4-F7164FE9DD26}" dt="2025-12-06T17:10:55.164" v="1389" actId="732"/>
          <ac:picMkLst>
            <pc:docMk/>
            <pc:sldMk cId="2273454368" sldId="269"/>
            <ac:picMk id="15" creationId="{6DADDE11-D942-D964-D27D-3FA2ED768B1A}"/>
          </ac:picMkLst>
        </pc:picChg>
        <pc:picChg chg="add mod modCrop">
          <ac:chgData name="Lander Van Avermaet" userId="106d7458236fed3c" providerId="LiveId" clId="{4B028DE3-63DC-4946-9DA4-F7164FE9DD26}" dt="2025-12-06T17:10:36.332" v="1386" actId="1076"/>
          <ac:picMkLst>
            <pc:docMk/>
            <pc:sldMk cId="2273454368" sldId="269"/>
            <ac:picMk id="16" creationId="{670B10FF-D7AF-975F-059A-AE6CFFE2F1A5}"/>
          </ac:picMkLst>
        </pc:picChg>
        <pc:picChg chg="add mod">
          <ac:chgData name="Lander Van Avermaet" userId="106d7458236fed3c" providerId="LiveId" clId="{4B028DE3-63DC-4946-9DA4-F7164FE9DD26}" dt="2025-12-06T17:10:30.689" v="1385" actId="571"/>
          <ac:picMkLst>
            <pc:docMk/>
            <pc:sldMk cId="2273454368" sldId="269"/>
            <ac:picMk id="17" creationId="{F30D70A7-CEB3-CE60-9A34-B51CD138844D}"/>
          </ac:picMkLst>
        </pc:picChg>
        <pc:picChg chg="add mod">
          <ac:chgData name="Lander Van Avermaet" userId="106d7458236fed3c" providerId="LiveId" clId="{4B028DE3-63DC-4946-9DA4-F7164FE9DD26}" dt="2025-12-06T17:10:30.689" v="1385" actId="571"/>
          <ac:picMkLst>
            <pc:docMk/>
            <pc:sldMk cId="2273454368" sldId="269"/>
            <ac:picMk id="18" creationId="{E4713C92-C2D2-47E3-F057-41E968EF4226}"/>
          </ac:picMkLst>
        </pc:picChg>
      </pc:sldChg>
      <pc:sldChg chg="addSp modSp add mod">
        <pc:chgData name="Lander Van Avermaet" userId="106d7458236fed3c" providerId="LiveId" clId="{4B028DE3-63DC-4946-9DA4-F7164FE9DD26}" dt="2025-12-06T17:16:11.799" v="1542" actId="1076"/>
        <pc:sldMkLst>
          <pc:docMk/>
          <pc:sldMk cId="87570871" sldId="270"/>
        </pc:sldMkLst>
        <pc:spChg chg="mod">
          <ac:chgData name="Lander Van Avermaet" userId="106d7458236fed3c" providerId="LiveId" clId="{4B028DE3-63DC-4946-9DA4-F7164FE9DD26}" dt="2025-12-06T17:14:49.985" v="1434" actId="20577"/>
          <ac:spMkLst>
            <pc:docMk/>
            <pc:sldMk cId="87570871" sldId="270"/>
            <ac:spMk id="2" creationId="{0CC00A26-9139-C19E-F8E0-B269FD706E3B}"/>
          </ac:spMkLst>
        </pc:spChg>
        <pc:spChg chg="mod">
          <ac:chgData name="Lander Van Avermaet" userId="106d7458236fed3c" providerId="LiveId" clId="{4B028DE3-63DC-4946-9DA4-F7164FE9DD26}" dt="2025-12-06T17:15:45.219" v="1536" actId="20577"/>
          <ac:spMkLst>
            <pc:docMk/>
            <pc:sldMk cId="87570871" sldId="270"/>
            <ac:spMk id="9" creationId="{B805383C-35E1-9FAE-2A9C-CCEAAEE7A8AD}"/>
          </ac:spMkLst>
        </pc:spChg>
        <pc:spChg chg="add mod">
          <ac:chgData name="Lander Van Avermaet" userId="106d7458236fed3c" providerId="LiveId" clId="{4B028DE3-63DC-4946-9DA4-F7164FE9DD26}" dt="2025-12-06T17:16:01.519" v="1540" actId="571"/>
          <ac:spMkLst>
            <pc:docMk/>
            <pc:sldMk cId="87570871" sldId="270"/>
            <ac:spMk id="15" creationId="{9DB743C7-B305-E639-7725-EE66CBE38D1B}"/>
          </ac:spMkLst>
        </pc:spChg>
        <pc:picChg chg="add mod">
          <ac:chgData name="Lander Van Avermaet" userId="106d7458236fed3c" providerId="LiveId" clId="{4B028DE3-63DC-4946-9DA4-F7164FE9DD26}" dt="2025-12-06T17:16:09.510" v="1541" actId="1076"/>
          <ac:picMkLst>
            <pc:docMk/>
            <pc:sldMk cId="87570871" sldId="270"/>
            <ac:picMk id="4" creationId="{51846C36-8ECC-5F32-4B4C-9179B2610406}"/>
          </ac:picMkLst>
        </pc:picChg>
        <pc:picChg chg="add mod">
          <ac:chgData name="Lander Van Avermaet" userId="106d7458236fed3c" providerId="LiveId" clId="{4B028DE3-63DC-4946-9DA4-F7164FE9DD26}" dt="2025-12-06T17:16:11.799" v="1542" actId="1076"/>
          <ac:picMkLst>
            <pc:docMk/>
            <pc:sldMk cId="87570871" sldId="270"/>
            <ac:picMk id="6" creationId="{EF6ABC31-1E24-7B3C-9032-D23C2B6F7D25}"/>
          </ac:picMkLst>
        </pc:picChg>
        <pc:picChg chg="add mod">
          <ac:chgData name="Lander Van Avermaet" userId="106d7458236fed3c" providerId="LiveId" clId="{4B028DE3-63DC-4946-9DA4-F7164FE9DD26}" dt="2025-12-06T17:16:09.510" v="1541" actId="1076"/>
          <ac:picMkLst>
            <pc:docMk/>
            <pc:sldMk cId="87570871" sldId="270"/>
            <ac:picMk id="8" creationId="{108F7234-B705-0F80-8A9C-BACDCCD145CE}"/>
          </ac:picMkLst>
        </pc:picChg>
        <pc:picChg chg="add mod">
          <ac:chgData name="Lander Van Avermaet" userId="106d7458236fed3c" providerId="LiveId" clId="{4B028DE3-63DC-4946-9DA4-F7164FE9DD26}" dt="2025-12-06T17:16:09.510" v="1541" actId="1076"/>
          <ac:picMkLst>
            <pc:docMk/>
            <pc:sldMk cId="87570871" sldId="270"/>
            <ac:picMk id="11" creationId="{ED3747F3-F81F-11DB-5CB9-1CA0178D04AA}"/>
          </ac:picMkLst>
        </pc:picChg>
        <pc:picChg chg="add mod">
          <ac:chgData name="Lander Van Avermaet" userId="106d7458236fed3c" providerId="LiveId" clId="{4B028DE3-63DC-4946-9DA4-F7164FE9DD26}" dt="2025-12-06T17:16:01.519" v="1540" actId="571"/>
          <ac:picMkLst>
            <pc:docMk/>
            <pc:sldMk cId="87570871" sldId="270"/>
            <ac:picMk id="16" creationId="{1C67B59E-5BAA-8941-28DB-C5565D54B466}"/>
          </ac:picMkLst>
        </pc:picChg>
        <pc:cxnChg chg="add mod">
          <ac:chgData name="Lander Van Avermaet" userId="106d7458236fed3c" providerId="LiveId" clId="{4B028DE3-63DC-4946-9DA4-F7164FE9DD26}" dt="2025-12-06T17:16:09.510" v="1541" actId="1076"/>
          <ac:cxnSpMkLst>
            <pc:docMk/>
            <pc:sldMk cId="87570871" sldId="270"/>
            <ac:cxnSpMk id="13" creationId="{B21975E7-CE27-4C7C-1ECF-0EFDA7A14586}"/>
          </ac:cxnSpMkLst>
        </pc:cxnChg>
        <pc:cxnChg chg="add mod">
          <ac:chgData name="Lander Van Avermaet" userId="106d7458236fed3c" providerId="LiveId" clId="{4B028DE3-63DC-4946-9DA4-F7164FE9DD26}" dt="2025-12-06T17:16:09.510" v="1541" actId="1076"/>
          <ac:cxnSpMkLst>
            <pc:docMk/>
            <pc:sldMk cId="87570871" sldId="270"/>
            <ac:cxnSpMk id="14" creationId="{E23F16B0-EF66-9E3C-730B-AD3B8213826D}"/>
          </ac:cxnSpMkLst>
        </pc:cxnChg>
      </pc:sldChg>
      <pc:sldChg chg="addSp modSp add mod">
        <pc:chgData name="Lander Van Avermaet" userId="106d7458236fed3c" providerId="LiveId" clId="{4B028DE3-63DC-4946-9DA4-F7164FE9DD26}" dt="2025-12-06T17:23:29.023" v="1851" actId="20577"/>
        <pc:sldMkLst>
          <pc:docMk/>
          <pc:sldMk cId="4037918923" sldId="271"/>
        </pc:sldMkLst>
        <pc:spChg chg="mod">
          <ac:chgData name="Lander Van Avermaet" userId="106d7458236fed3c" providerId="LiveId" clId="{4B028DE3-63DC-4946-9DA4-F7164FE9DD26}" dt="2025-12-06T17:23:29.023" v="1851" actId="20577"/>
          <ac:spMkLst>
            <pc:docMk/>
            <pc:sldMk cId="4037918923" sldId="271"/>
            <ac:spMk id="2" creationId="{8102C7E6-0345-7DD6-CC0E-B7138FD24BC8}"/>
          </ac:spMkLst>
        </pc:spChg>
        <pc:spChg chg="mod">
          <ac:chgData name="Lander Van Avermaet" userId="106d7458236fed3c" providerId="LiveId" clId="{4B028DE3-63DC-4946-9DA4-F7164FE9DD26}" dt="2025-12-06T17:22:56.549" v="1847" actId="948"/>
          <ac:spMkLst>
            <pc:docMk/>
            <pc:sldMk cId="4037918923" sldId="271"/>
            <ac:spMk id="9" creationId="{217D844F-AA48-530E-356E-3FF23E3DFA87}"/>
          </ac:spMkLst>
        </pc:spChg>
        <pc:picChg chg="add mod">
          <ac:chgData name="Lander Van Avermaet" userId="106d7458236fed3c" providerId="LiveId" clId="{4B028DE3-63DC-4946-9DA4-F7164FE9DD26}" dt="2025-12-06T17:20:59.579" v="1763" actId="1076"/>
          <ac:picMkLst>
            <pc:docMk/>
            <pc:sldMk cId="4037918923" sldId="271"/>
            <ac:picMk id="4" creationId="{AEBB18AB-826A-90D7-BBC9-145B00CD8169}"/>
          </ac:picMkLst>
        </pc:picChg>
        <pc:picChg chg="add mod">
          <ac:chgData name="Lander Van Avermaet" userId="106d7458236fed3c" providerId="LiveId" clId="{4B028DE3-63DC-4946-9DA4-F7164FE9DD26}" dt="2025-12-06T17:21:48.819" v="1769" actId="1076"/>
          <ac:picMkLst>
            <pc:docMk/>
            <pc:sldMk cId="4037918923" sldId="271"/>
            <ac:picMk id="6" creationId="{61B70E5F-FB5A-9605-BDEA-5C54320AB2C1}"/>
          </ac:picMkLst>
        </pc:picChg>
      </pc:sldChg>
      <pc:sldChg chg="addSp delSp modSp add mod">
        <pc:chgData name="Lander Van Avermaet" userId="106d7458236fed3c" providerId="LiveId" clId="{4B028DE3-63DC-4946-9DA4-F7164FE9DD26}" dt="2025-12-06T17:27:07.502" v="1930" actId="164"/>
        <pc:sldMkLst>
          <pc:docMk/>
          <pc:sldMk cId="2825532504" sldId="272"/>
        </pc:sldMkLst>
        <pc:spChg chg="mod">
          <ac:chgData name="Lander Van Avermaet" userId="106d7458236fed3c" providerId="LiveId" clId="{4B028DE3-63DC-4946-9DA4-F7164FE9DD26}" dt="2025-12-06T17:23:39.587" v="1858" actId="20577"/>
          <ac:spMkLst>
            <pc:docMk/>
            <pc:sldMk cId="2825532504" sldId="272"/>
            <ac:spMk id="2" creationId="{DD88EE56-A669-7588-8C3A-F32BC2BF217D}"/>
          </ac:spMkLst>
        </pc:spChg>
        <pc:spChg chg="mod">
          <ac:chgData name="Lander Van Avermaet" userId="106d7458236fed3c" providerId="LiveId" clId="{4B028DE3-63DC-4946-9DA4-F7164FE9DD26}" dt="2025-12-06T17:24:47.951" v="1900" actId="1076"/>
          <ac:spMkLst>
            <pc:docMk/>
            <pc:sldMk cId="2825532504" sldId="272"/>
            <ac:spMk id="9" creationId="{64D3391B-6FEA-8474-17A7-513D68AE7FE4}"/>
          </ac:spMkLst>
        </pc:spChg>
        <pc:spChg chg="add del">
          <ac:chgData name="Lander Van Avermaet" userId="106d7458236fed3c" providerId="LiveId" clId="{4B028DE3-63DC-4946-9DA4-F7164FE9DD26}" dt="2025-12-06T17:26:13.840" v="1918" actId="478"/>
          <ac:spMkLst>
            <pc:docMk/>
            <pc:sldMk cId="2825532504" sldId="272"/>
            <ac:spMk id="10" creationId="{42F84ADE-AAA7-E4F6-DA74-93876EE145A1}"/>
          </ac:spMkLst>
        </pc:spChg>
        <pc:spChg chg="add mod topLvl">
          <ac:chgData name="Lander Van Avermaet" userId="106d7458236fed3c" providerId="LiveId" clId="{4B028DE3-63DC-4946-9DA4-F7164FE9DD26}" dt="2025-12-06T17:27:07.502" v="1930" actId="164"/>
          <ac:spMkLst>
            <pc:docMk/>
            <pc:sldMk cId="2825532504" sldId="272"/>
            <ac:spMk id="11" creationId="{BA5CB4E9-10D8-B661-D704-AA1A5B69BE8F}"/>
          </ac:spMkLst>
        </pc:spChg>
        <pc:spChg chg="add mod topLvl">
          <ac:chgData name="Lander Van Avermaet" userId="106d7458236fed3c" providerId="LiveId" clId="{4B028DE3-63DC-4946-9DA4-F7164FE9DD26}" dt="2025-12-06T17:27:03.415" v="1929" actId="164"/>
          <ac:spMkLst>
            <pc:docMk/>
            <pc:sldMk cId="2825532504" sldId="272"/>
            <ac:spMk id="13" creationId="{3C3124C8-B461-41E9-39D4-438C0C915E51}"/>
          </ac:spMkLst>
        </pc:spChg>
        <pc:grpChg chg="add del mod ord">
          <ac:chgData name="Lander Van Avermaet" userId="106d7458236fed3c" providerId="LiveId" clId="{4B028DE3-63DC-4946-9DA4-F7164FE9DD26}" dt="2025-12-06T17:26:57.859" v="1928" actId="165"/>
          <ac:grpSpMkLst>
            <pc:docMk/>
            <pc:sldMk cId="2825532504" sldId="272"/>
            <ac:grpSpMk id="12" creationId="{DFEC01D4-A846-6725-F43C-50C733FE91A0}"/>
          </ac:grpSpMkLst>
        </pc:grpChg>
        <pc:grpChg chg="add mod">
          <ac:chgData name="Lander Van Avermaet" userId="106d7458236fed3c" providerId="LiveId" clId="{4B028DE3-63DC-4946-9DA4-F7164FE9DD26}" dt="2025-12-06T17:27:03.415" v="1929" actId="164"/>
          <ac:grpSpMkLst>
            <pc:docMk/>
            <pc:sldMk cId="2825532504" sldId="272"/>
            <ac:grpSpMk id="14" creationId="{5FD1B22F-50E1-27E8-0A51-EB852CABF27B}"/>
          </ac:grpSpMkLst>
        </pc:grpChg>
        <pc:grpChg chg="add mod">
          <ac:chgData name="Lander Van Avermaet" userId="106d7458236fed3c" providerId="LiveId" clId="{4B028DE3-63DC-4946-9DA4-F7164FE9DD26}" dt="2025-12-06T17:27:07.502" v="1930" actId="164"/>
          <ac:grpSpMkLst>
            <pc:docMk/>
            <pc:sldMk cId="2825532504" sldId="272"/>
            <ac:grpSpMk id="15" creationId="{18CEEF9F-7C0B-B00E-634A-292342BF01B4}"/>
          </ac:grpSpMkLst>
        </pc:grpChg>
        <pc:picChg chg="add mod ord topLvl">
          <ac:chgData name="Lander Van Avermaet" userId="106d7458236fed3c" providerId="LiveId" clId="{4B028DE3-63DC-4946-9DA4-F7164FE9DD26}" dt="2025-12-06T17:27:07.502" v="1930" actId="164"/>
          <ac:picMkLst>
            <pc:docMk/>
            <pc:sldMk cId="2825532504" sldId="272"/>
            <ac:picMk id="4" creationId="{FEE9B2AD-71C9-4F3C-9D5B-A7A67519FFC6}"/>
          </ac:picMkLst>
        </pc:picChg>
        <pc:picChg chg="add del mod">
          <ac:chgData name="Lander Van Avermaet" userId="106d7458236fed3c" providerId="LiveId" clId="{4B028DE3-63DC-4946-9DA4-F7164FE9DD26}" dt="2025-12-06T17:25:49.622" v="1909" actId="478"/>
          <ac:picMkLst>
            <pc:docMk/>
            <pc:sldMk cId="2825532504" sldId="272"/>
            <ac:picMk id="6" creationId="{329EFF29-8052-18CF-ADE8-CFE365334DF5}"/>
          </ac:picMkLst>
        </pc:picChg>
        <pc:picChg chg="add mod ord">
          <ac:chgData name="Lander Van Avermaet" userId="106d7458236fed3c" providerId="LiveId" clId="{4B028DE3-63DC-4946-9DA4-F7164FE9DD26}" dt="2025-12-06T17:27:03.415" v="1929" actId="164"/>
          <ac:picMkLst>
            <pc:docMk/>
            <pc:sldMk cId="2825532504" sldId="272"/>
            <ac:picMk id="8" creationId="{FAD7B213-CFDF-CC2F-4F62-1EB9872AEABD}"/>
          </ac:picMkLst>
        </pc:picChg>
      </pc:sldChg>
      <pc:sldChg chg="addSp delSp modSp add mod setBg">
        <pc:chgData name="Lander Van Avermaet" userId="106d7458236fed3c" providerId="LiveId" clId="{4B028DE3-63DC-4946-9DA4-F7164FE9DD26}" dt="2025-12-06T17:30:39.472" v="1966" actId="1076"/>
        <pc:sldMkLst>
          <pc:docMk/>
          <pc:sldMk cId="2620899842" sldId="273"/>
        </pc:sldMkLst>
        <pc:spChg chg="del">
          <ac:chgData name="Lander Van Avermaet" userId="106d7458236fed3c" providerId="LiveId" clId="{4B028DE3-63DC-4946-9DA4-F7164FE9DD26}" dt="2025-12-06T17:27:56.567" v="1931" actId="478"/>
          <ac:spMkLst>
            <pc:docMk/>
            <pc:sldMk cId="2620899842" sldId="273"/>
            <ac:spMk id="2" creationId="{38CA133D-F3D4-CD18-3B59-FBA66E6BC6FD}"/>
          </ac:spMkLst>
        </pc:spChg>
        <pc:spChg chg="add del mod">
          <ac:chgData name="Lander Van Avermaet" userId="106d7458236fed3c" providerId="LiveId" clId="{4B028DE3-63DC-4946-9DA4-F7164FE9DD26}" dt="2025-12-06T17:27:58.977" v="1932" actId="478"/>
          <ac:spMkLst>
            <pc:docMk/>
            <pc:sldMk cId="2620899842" sldId="273"/>
            <ac:spMk id="4" creationId="{09242983-E6CC-B6CA-5337-E4F611281D26}"/>
          </ac:spMkLst>
        </pc:spChg>
        <pc:picChg chg="add del mod">
          <ac:chgData name="Lander Van Avermaet" userId="106d7458236fed3c" providerId="LiveId" clId="{4B028DE3-63DC-4946-9DA4-F7164FE9DD26}" dt="2025-12-06T17:30:34.631" v="1961" actId="478"/>
          <ac:picMkLst>
            <pc:docMk/>
            <pc:sldMk cId="2620899842" sldId="273"/>
            <ac:picMk id="6" creationId="{ADFE5D4C-A9BA-7DB3-F79A-80616876FB84}"/>
          </ac:picMkLst>
        </pc:picChg>
        <pc:picChg chg="add mod">
          <ac:chgData name="Lander Van Avermaet" userId="106d7458236fed3c" providerId="LiveId" clId="{4B028DE3-63DC-4946-9DA4-F7164FE9DD26}" dt="2025-12-06T17:30:39.472" v="1966" actId="1076"/>
          <ac:picMkLst>
            <pc:docMk/>
            <pc:sldMk cId="2620899842" sldId="273"/>
            <ac:picMk id="8" creationId="{DFB20BBC-637E-4C65-E955-DAB8D32C8F8E}"/>
          </ac:picMkLst>
        </pc:picChg>
      </pc:sldChg>
      <pc:sldChg chg="addSp delSp modSp add mod">
        <pc:chgData name="Lander Van Avermaet" userId="106d7458236fed3c" providerId="LiveId" clId="{4B028DE3-63DC-4946-9DA4-F7164FE9DD26}" dt="2025-12-06T17:47:18.529" v="2228" actId="1076"/>
        <pc:sldMkLst>
          <pc:docMk/>
          <pc:sldMk cId="1874258559" sldId="274"/>
        </pc:sldMkLst>
        <pc:spChg chg="del mod">
          <ac:chgData name="Lander Van Avermaet" userId="106d7458236fed3c" providerId="LiveId" clId="{4B028DE3-63DC-4946-9DA4-F7164FE9DD26}" dt="2025-12-06T17:44:08.708" v="2183" actId="478"/>
          <ac:spMkLst>
            <pc:docMk/>
            <pc:sldMk cId="1874258559" sldId="274"/>
            <ac:spMk id="2" creationId="{EAC30BBD-CD2D-EA6B-A36A-F16C76E88A36}"/>
          </ac:spMkLst>
        </pc:spChg>
        <pc:spChg chg="del mod">
          <ac:chgData name="Lander Van Avermaet" userId="106d7458236fed3c" providerId="LiveId" clId="{4B028DE3-63DC-4946-9DA4-F7164FE9DD26}" dt="2025-12-06T17:39:30.021" v="2169" actId="478"/>
          <ac:spMkLst>
            <pc:docMk/>
            <pc:sldMk cId="1874258559" sldId="274"/>
            <ac:spMk id="9" creationId="{593CECF7-9EE5-B1B4-A4D8-C3BEE1D92D3F}"/>
          </ac:spMkLst>
        </pc:spChg>
        <pc:spChg chg="add mod">
          <ac:chgData name="Lander Van Avermaet" userId="106d7458236fed3c" providerId="LiveId" clId="{4B028DE3-63DC-4946-9DA4-F7164FE9DD26}" dt="2025-12-06T17:47:18.529" v="2228" actId="1076"/>
          <ac:spMkLst>
            <pc:docMk/>
            <pc:sldMk cId="1874258559" sldId="274"/>
            <ac:spMk id="18" creationId="{3F6DC176-3A50-74AF-6F74-BB038BA9FF6F}"/>
          </ac:spMkLst>
        </pc:spChg>
        <pc:picChg chg="add del mod">
          <ac:chgData name="Lander Van Avermaet" userId="106d7458236fed3c" providerId="LiveId" clId="{4B028DE3-63DC-4946-9DA4-F7164FE9DD26}" dt="2025-12-06T17:39:30.867" v="2170" actId="478"/>
          <ac:picMkLst>
            <pc:docMk/>
            <pc:sldMk cId="1874258559" sldId="274"/>
            <ac:picMk id="4" creationId="{9F18A4D8-0E91-6C6C-1EB8-10950E913E19}"/>
          </ac:picMkLst>
        </pc:picChg>
        <pc:picChg chg="add mod modCrop">
          <ac:chgData name="Lander Van Avermaet" userId="106d7458236fed3c" providerId="LiveId" clId="{4B028DE3-63DC-4946-9DA4-F7164FE9DD26}" dt="2025-12-06T17:44:11.746" v="2184" actId="1076"/>
          <ac:picMkLst>
            <pc:docMk/>
            <pc:sldMk cId="1874258559" sldId="274"/>
            <ac:picMk id="6" creationId="{3296C5F4-79CD-E593-CA8F-C37BA8D005FE}"/>
          </ac:picMkLst>
        </pc:picChg>
        <pc:picChg chg="add mod">
          <ac:chgData name="Lander Van Avermaet" userId="106d7458236fed3c" providerId="LiveId" clId="{4B028DE3-63DC-4946-9DA4-F7164FE9DD26}" dt="2025-12-06T17:46:32.936" v="2211" actId="692"/>
          <ac:picMkLst>
            <pc:docMk/>
            <pc:sldMk cId="1874258559" sldId="274"/>
            <ac:picMk id="8" creationId="{EE3A36E1-F7A4-3579-8DB3-95F8FEEEB246}"/>
          </ac:picMkLst>
        </pc:picChg>
        <pc:cxnChg chg="add del mod">
          <ac:chgData name="Lander Van Avermaet" userId="106d7458236fed3c" providerId="LiveId" clId="{4B028DE3-63DC-4946-9DA4-F7164FE9DD26}" dt="2025-12-06T17:45:24.725" v="2196" actId="478"/>
          <ac:cxnSpMkLst>
            <pc:docMk/>
            <pc:sldMk cId="1874258559" sldId="274"/>
            <ac:cxnSpMk id="11" creationId="{9CC55CFF-5348-606B-7F72-671752BC19B3}"/>
          </ac:cxnSpMkLst>
        </pc:cxnChg>
        <pc:cxnChg chg="add mod">
          <ac:chgData name="Lander Van Avermaet" userId="106d7458236fed3c" providerId="LiveId" clId="{4B028DE3-63DC-4946-9DA4-F7164FE9DD26}" dt="2025-12-06T17:45:49.261" v="2199" actId="14100"/>
          <ac:cxnSpMkLst>
            <pc:docMk/>
            <pc:sldMk cId="1874258559" sldId="274"/>
            <ac:cxnSpMk id="16" creationId="{5CFD9A41-C767-CE5B-479E-D67E4EDD2A6B}"/>
          </ac:cxnSpMkLst>
        </pc:cxnChg>
      </pc:sldChg>
      <pc:sldChg chg="add ord">
        <pc:chgData name="Lander Van Avermaet" userId="106d7458236fed3c" providerId="LiveId" clId="{4B028DE3-63DC-4946-9DA4-F7164FE9DD26}" dt="2025-12-06T17:36:30.947" v="2121"/>
        <pc:sldMkLst>
          <pc:docMk/>
          <pc:sldMk cId="1624453312" sldId="275"/>
        </pc:sldMkLst>
      </pc:sldChg>
      <pc:sldChg chg="add del">
        <pc:chgData name="Lander Van Avermaet" userId="106d7458236fed3c" providerId="LiveId" clId="{4B028DE3-63DC-4946-9DA4-F7164FE9DD26}" dt="2025-12-06T17:36:21.523" v="2117" actId="47"/>
        <pc:sldMkLst>
          <pc:docMk/>
          <pc:sldMk cId="2356819257" sldId="275"/>
        </pc:sldMkLst>
      </pc:sldChg>
      <pc:sldChg chg="addSp delSp modSp add mod ord">
        <pc:chgData name="Lander Van Avermaet" userId="106d7458236fed3c" providerId="LiveId" clId="{4B028DE3-63DC-4946-9DA4-F7164FE9DD26}" dt="2025-12-06T17:39:26.934" v="2168"/>
        <pc:sldMkLst>
          <pc:docMk/>
          <pc:sldMk cId="408391093" sldId="276"/>
        </pc:sldMkLst>
        <pc:spChg chg="mod">
          <ac:chgData name="Lander Van Avermaet" userId="106d7458236fed3c" providerId="LiveId" clId="{4B028DE3-63DC-4946-9DA4-F7164FE9DD26}" dt="2025-12-06T17:39:13.060" v="2165" actId="20577"/>
          <ac:spMkLst>
            <pc:docMk/>
            <pc:sldMk cId="408391093" sldId="276"/>
            <ac:spMk id="9" creationId="{96CE7776-CFAC-9C54-B3D7-E7F7FD8863A5}"/>
          </ac:spMkLst>
        </pc:spChg>
        <pc:picChg chg="mod">
          <ac:chgData name="Lander Van Avermaet" userId="106d7458236fed3c" providerId="LiveId" clId="{4B028DE3-63DC-4946-9DA4-F7164FE9DD26}" dt="2025-12-06T17:39:19.481" v="2166" actId="1076"/>
          <ac:picMkLst>
            <pc:docMk/>
            <pc:sldMk cId="408391093" sldId="276"/>
            <ac:picMk id="4" creationId="{5FD963BE-40EC-1E87-E9D4-FD0BD47A4AA2}"/>
          </ac:picMkLst>
        </pc:picChg>
        <pc:picChg chg="add mod">
          <ac:chgData name="Lander Van Avermaet" userId="106d7458236fed3c" providerId="LiveId" clId="{4B028DE3-63DC-4946-9DA4-F7164FE9DD26}" dt="2025-12-06T17:38:21.760" v="2149" actId="1076"/>
          <ac:picMkLst>
            <pc:docMk/>
            <pc:sldMk cId="408391093" sldId="276"/>
            <ac:picMk id="5" creationId="{3906A99F-4867-BEE1-FD27-5DFF751CE62F}"/>
          </ac:picMkLst>
        </pc:picChg>
        <pc:picChg chg="del">
          <ac:chgData name="Lander Van Avermaet" userId="106d7458236fed3c" providerId="LiveId" clId="{4B028DE3-63DC-4946-9DA4-F7164FE9DD26}" dt="2025-12-06T17:37:15.936" v="2125" actId="478"/>
          <ac:picMkLst>
            <pc:docMk/>
            <pc:sldMk cId="408391093" sldId="276"/>
            <ac:picMk id="6" creationId="{A1FB7E9F-BB0A-F1BC-212E-F8B5005822C1}"/>
          </ac:picMkLst>
        </pc:picChg>
      </pc:sldChg>
      <pc:sldChg chg="add del">
        <pc:chgData name="Lander Van Avermaet" userId="106d7458236fed3c" providerId="LiveId" clId="{4B028DE3-63DC-4946-9DA4-F7164FE9DD26}" dt="2025-12-06T17:37:00.499" v="2123" actId="2890"/>
        <pc:sldMkLst>
          <pc:docMk/>
          <pc:sldMk cId="1273068089" sldId="276"/>
        </pc:sldMkLst>
      </pc:sldChg>
      <pc:sldChg chg="add del">
        <pc:chgData name="Lander Van Avermaet" userId="106d7458236fed3c" providerId="LiveId" clId="{4B028DE3-63DC-4946-9DA4-F7164FE9DD26}" dt="2025-12-06T17:36:24.579" v="2118" actId="47"/>
        <pc:sldMkLst>
          <pc:docMk/>
          <pc:sldMk cId="1569240262" sldId="2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BC93388-3437-44E3-BEB2-ECF38BECED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1CB85B-0C93-4CDD-82F3-C6590DAF44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C4D72-80F5-4D54-B9C4-297FE37E6069}" type="datetimeFigureOut">
              <a:rPr lang="fr-FR" smtClean="0"/>
              <a:t>06/12/2025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D9652E3-29CC-4B5B-9FD3-05EA9F4221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633C50-C4EB-4AB5-ACAD-BB32DC1271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DF61-D9F7-448D-9DAB-D30C8E7E65D7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15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E0A26-24ED-48D0-8A52-E11AD64C2E73}" type="datetimeFigureOut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05872-D197-42D4-82CC-6BAC9BD8CF86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9676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35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E0B8-14CB-B9DE-5267-FEEDA19D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A77CE1-FA4D-CA05-DEE2-853C0B7C9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DAE98DB-DBCA-E2D0-3B88-8BFCA18D7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B401E8-7D83-F21A-4FA8-4A6356BEE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875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93465-DC94-8373-151F-ADE26AB7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DD5075-33D3-838E-2C65-3ED59AE3D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D48C84-E556-64F8-FF8D-F760B7811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31F11B-ED84-9CE4-10B5-F6C453868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855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1E2E-9829-611C-E0D5-34667A2F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B3FD3F-7233-49D9-705F-3066F84B4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7E6265-192B-18A0-167B-217118B73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898C32-E50B-A3E1-02E6-8F9D6855A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9701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C533-BE5A-5013-4066-CCF98260E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8C6716-DAA6-5A1D-048E-A7661F312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098E9A-1AF6-C055-00AB-D73539156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263127-ABBE-0827-1F8F-3CE1A56AF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616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04F8-EE6E-6FA9-6BAB-0B2680FA5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F038AA-01EE-02FD-8C0D-8B333B00F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7D4261-C685-0AC5-1283-655FDB653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7B118A-6E99-ADFF-FD15-FD47CED34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359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F05-1281-CEDC-CBBE-1C7F46C2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A39C609-527F-D09A-3092-6CAF9980C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FC64F3-D579-B387-F43C-46B79A29A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439B58-6C74-CDD8-7526-E703053A3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7912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AFAC9-82BB-3D51-3226-3CA105F1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9BF428-E4D5-122D-3613-C6C8F6ACA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5C4F16B-94E4-82E5-DF5B-9C98B605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37FAB6-E99E-263E-C8D9-347CE964A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580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8E0E6-ECDC-8CCF-EEF3-F0D22BD0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D2671D-723A-B100-3A95-037F7786E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C98522-4751-DE59-E172-00BF76534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B91561-01B4-4921-31D7-8111A802E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044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CD4A-1305-C08E-FC78-2ABA5929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F0C773-6257-CA87-7DD6-30845D768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FB7B322-B3E8-B456-C6FE-579C68F50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B99937-F213-CEFA-3A13-10ED7EEC4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2520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1AF8-643F-75FE-629C-1D9651F5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F5F60E9-6C85-2A6D-8504-CDD15C28E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367152-B08D-FE25-10F0-51C9DBD71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512583-E3FA-FF33-4BFC-34459DB89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651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53300-E551-E2EE-2136-87C34384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B0225B0-F186-EFB8-CEF2-C38E6FC86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A2742CA-52EB-A0B2-2F60-1DEA18709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80A6E3-D230-2FF3-1AEF-0389B3FAD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05872-D197-42D4-82CC-6BAC9BD8CF8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34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E8CAB37-1E88-4708-A532-D75EB217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 descr="Logo PowerPoint">
            <a:extLst>
              <a:ext uri="{FF2B5EF4-FFF2-40B4-BE49-F238E27FC236}">
                <a16:creationId xmlns:a16="http://schemas.microsoft.com/office/drawing/2014/main" id="{A11B18B3-9881-4CAC-89A9-F3B8175309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487709" y="5573935"/>
            <a:ext cx="2043316" cy="679645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6961839-10F7-4B26-97D8-3B09045F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56427" y="4486359"/>
            <a:ext cx="83031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12897E7F-9714-44E5-993E-DBF4230C6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124" y="3083859"/>
            <a:ext cx="10974598" cy="151316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en-US" sz="4400" b="0"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marL="0" lvl="0"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7F7019-E7BE-4EF2-AE25-147C9EB6E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427" y="4746054"/>
            <a:ext cx="6579479" cy="125346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200" b="1">
                <a:solidFill>
                  <a:schemeClr val="bg1"/>
                </a:solidFill>
              </a:defRPr>
            </a:lvl1pPr>
          </a:lstStyle>
          <a:p>
            <a:pPr marL="228600" lvl="0" indent="-228600" rtl="0">
              <a:lnSpc>
                <a:spcPct val="100000"/>
              </a:lnSpc>
              <a:spcAft>
                <a:spcPts val="1200"/>
              </a:spcAft>
            </a:pPr>
            <a:r>
              <a:rPr lang="nl-NL" noProof="0"/>
              <a:t>Klikken om de ondertitelstijl van het model te bewerken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3039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8AEA5-CF5B-46EC-AFCD-A1666F7A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A9433B-22CF-4853-8DBF-691E749AB2C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1E0E8C-901D-425E-8AA7-D1BD6A0A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5E3651-AA56-4751-B6C1-9F2EC7EA1181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3AFA12-E129-4E79-BFA1-62D435AD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0FACBF-8BF8-4D7A-9998-28CF5ED5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9026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30F17FC-DE49-4934-B430-4C9047461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6A32B5B-6A1B-4AEE-BE18-97E2FB02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9274676" cy="1172326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en-US" sz="4400"/>
            </a:lvl1pPr>
          </a:lstStyle>
          <a:p>
            <a:pPr marL="0" lvl="0"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82F367-9A62-40CE-A7F4-639F03D2E1C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008" y="1717926"/>
            <a:ext cx="9274676" cy="510674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1390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6CBBF-B898-4624-B87C-C9C27F49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A9F520-0160-42BB-B5EB-28655875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61A226-2822-46EB-B7AF-8752E359B1E1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1A3B6F-84CB-4C28-9DCE-EAEAE489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C62515-3D0D-4553-8E2C-85E88BDC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41AE5E0F-98A9-4F28-ADEB-A5575BAFF89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122488"/>
            <a:ext cx="5132614" cy="4083050"/>
          </a:xfrm>
        </p:spPr>
        <p:txBody>
          <a:bodyPr rtlCol="0">
            <a:noAutofit/>
          </a:bodyPr>
          <a:lstStyle>
            <a:lvl1pPr marL="0" indent="0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contenu 8">
            <a:extLst>
              <a:ext uri="{FF2B5EF4-FFF2-40B4-BE49-F238E27FC236}">
                <a16:creationId xmlns:a16="http://schemas.microsoft.com/office/drawing/2014/main" id="{F9A8B0E0-E07A-49F7-B25F-4B478FADB3A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1186" y="2122488"/>
            <a:ext cx="5132614" cy="4083050"/>
          </a:xfrm>
        </p:spPr>
        <p:txBody>
          <a:bodyPr rtlCol="0">
            <a:noAutofit/>
          </a:bodyPr>
          <a:lstStyle>
            <a:lvl1pPr marL="0" indent="0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lnSpc>
                <a:spcPct val="150000"/>
              </a:lnSpc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8492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6CBBF-B898-4624-B87C-C9C27F49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A9F520-0160-42BB-B5EB-28655875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F71A77-B655-4223-BFB9-450217B05C7A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1A3B6F-84CB-4C28-9DCE-EAEAE489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C62515-3D0D-4553-8E2C-85E88BDC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41AE5E0F-98A9-4F28-ADEB-A5575BAFF89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122488"/>
            <a:ext cx="3450661" cy="4083050"/>
          </a:xfrm>
        </p:spPr>
        <p:txBody>
          <a:bodyPr rtlCol="0" anchor="ctr">
            <a:noAutofit/>
          </a:bodyPr>
          <a:lstStyle>
            <a:lvl1pPr marL="0" indent="0" algn="ctr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u contenu 8">
            <a:extLst>
              <a:ext uri="{FF2B5EF4-FFF2-40B4-BE49-F238E27FC236}">
                <a16:creationId xmlns:a16="http://schemas.microsoft.com/office/drawing/2014/main" id="{8C66BE67-91A6-49CD-A166-4EFD27D36C0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70669" y="2122488"/>
            <a:ext cx="3450661" cy="4083050"/>
          </a:xfrm>
        </p:spPr>
        <p:txBody>
          <a:bodyPr rtlCol="0" anchor="ctr">
            <a:noAutofit/>
          </a:bodyPr>
          <a:lstStyle>
            <a:lvl1pPr marL="0" indent="0" algn="ctr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contenu 8">
            <a:extLst>
              <a:ext uri="{FF2B5EF4-FFF2-40B4-BE49-F238E27FC236}">
                <a16:creationId xmlns:a16="http://schemas.microsoft.com/office/drawing/2014/main" id="{9A73E789-A47B-493F-BD60-32422000C6B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903139" y="2122488"/>
            <a:ext cx="3450661" cy="4083050"/>
          </a:xfrm>
        </p:spPr>
        <p:txBody>
          <a:bodyPr rtlCol="0" anchor="ctr">
            <a:noAutofit/>
          </a:bodyPr>
          <a:lstStyle>
            <a:lvl1pPr marL="0" indent="0" algn="ctr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FC78D6D-D6FA-4ABF-8565-3BFF1B362A45}"/>
              </a:ext>
            </a:extLst>
          </p:cNvPr>
          <p:cNvCxnSpPr/>
          <p:nvPr userDrawn="1"/>
        </p:nvCxnSpPr>
        <p:spPr>
          <a:xfrm>
            <a:off x="4335277" y="2122488"/>
            <a:ext cx="0" cy="40830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CB95B52-D4CC-44EE-9F94-F106A8238740}"/>
              </a:ext>
            </a:extLst>
          </p:cNvPr>
          <p:cNvCxnSpPr/>
          <p:nvPr userDrawn="1"/>
        </p:nvCxnSpPr>
        <p:spPr>
          <a:xfrm>
            <a:off x="7866780" y="2122488"/>
            <a:ext cx="0" cy="40830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885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86D1ED74-0D66-49A5-B190-A7DE0E67A6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7"/>
            <a:ext cx="12192000" cy="3167063"/>
          </a:xfrm>
          <a:prstGeom prst="rect">
            <a:avLst/>
          </a:pr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0B519A99-FF44-472F-B22E-5F86CEAB9C59}"/>
              </a:ext>
            </a:extLst>
          </p:cNvPr>
          <p:cNvSpPr/>
          <p:nvPr userDrawn="1"/>
        </p:nvSpPr>
        <p:spPr>
          <a:xfrm>
            <a:off x="4693237" y="1847294"/>
            <a:ext cx="2670292" cy="26702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Ovale 18">
            <a:extLst>
              <a:ext uri="{FF2B5EF4-FFF2-40B4-BE49-F238E27FC236}">
                <a16:creationId xmlns:a16="http://schemas.microsoft.com/office/drawing/2014/main" id="{49EC5AF5-F2E8-491C-BA10-ABF9E30E73D8}"/>
              </a:ext>
            </a:extLst>
          </p:cNvPr>
          <p:cNvSpPr/>
          <p:nvPr userDrawn="1"/>
        </p:nvSpPr>
        <p:spPr>
          <a:xfrm>
            <a:off x="8513368" y="1847294"/>
            <a:ext cx="2670292" cy="26702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1915790-803C-4DD9-87FC-7880EE0EAC52}"/>
              </a:ext>
            </a:extLst>
          </p:cNvPr>
          <p:cNvSpPr/>
          <p:nvPr userDrawn="1"/>
        </p:nvSpPr>
        <p:spPr>
          <a:xfrm>
            <a:off x="910053" y="1892626"/>
            <a:ext cx="2670292" cy="26702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E42C05-3195-4529-840F-8A6EADA6AAD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02129" y="4764856"/>
            <a:ext cx="3037114" cy="1907586"/>
          </a:xfrm>
        </p:spPr>
        <p:txBody>
          <a:bodyPr rtlCol="0">
            <a:normAutofit/>
          </a:bodyPr>
          <a:lstStyle>
            <a:lvl1pPr marL="65088" indent="-65088">
              <a:lnSpc>
                <a:spcPct val="100000"/>
              </a:lnSpc>
              <a:spcBef>
                <a:spcPts val="0"/>
              </a:spcBef>
              <a:buSzPct val="75000"/>
              <a:buFont typeface="Segoe UI" panose="020B0502040204020203" pitchFamily="34" charset="0"/>
              <a:buChar char=" "/>
              <a:defRPr sz="1800"/>
            </a:lvl1pPr>
            <a:lvl2pPr marL="5191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8831B9BD-554C-40FA-8C90-F818F61C4557}"/>
              </a:ext>
            </a:extLst>
          </p:cNvPr>
          <p:cNvSpPr/>
          <p:nvPr userDrawn="1"/>
        </p:nvSpPr>
        <p:spPr>
          <a:xfrm>
            <a:off x="8892073" y="4282411"/>
            <a:ext cx="1912883" cy="409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D3FE72-F542-4BD9-81A4-FB9FDE700A2A}"/>
              </a:ext>
            </a:extLst>
          </p:cNvPr>
          <p:cNvSpPr/>
          <p:nvPr userDrawn="1"/>
        </p:nvSpPr>
        <p:spPr>
          <a:xfrm>
            <a:off x="5071942" y="4282411"/>
            <a:ext cx="1912883" cy="409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9C24C6-88D8-4D3F-AFDC-A6C9E2922736}"/>
              </a:ext>
            </a:extLst>
          </p:cNvPr>
          <p:cNvSpPr/>
          <p:nvPr userDrawn="1"/>
        </p:nvSpPr>
        <p:spPr>
          <a:xfrm>
            <a:off x="1288758" y="4282411"/>
            <a:ext cx="1912883" cy="409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99F6D5-2ED8-4FD9-B5B2-9093B4C101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7386" y="4298200"/>
            <a:ext cx="1877308" cy="358025"/>
          </a:xfrm>
          <a:grpFill/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1800" b="1" cap="none" spc="0" smtClean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marL="228600" lvl="0" indent="-228600" algn="ctr" rtl="0">
              <a:lnSpc>
                <a:spcPct val="100000"/>
              </a:lnSpc>
              <a:spcAft>
                <a:spcPts val="1200"/>
              </a:spcAft>
            </a:pPr>
            <a:r>
              <a:rPr lang="fr-FR" noProof="0" dirty="0"/>
              <a:t>Modifiez les styles du texte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BA39E9-D45A-443C-A58B-17D0B5D5CF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071942" y="4298200"/>
            <a:ext cx="1912883" cy="358025"/>
          </a:xfrm>
          <a:grpFill/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1800" b="1" cap="none" spc="0" smtClean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marL="228600" lvl="0" indent="-228600" algn="ctr" rtl="0">
              <a:lnSpc>
                <a:spcPct val="100000"/>
              </a:lnSpc>
              <a:spcAft>
                <a:spcPts val="1200"/>
              </a:spcAft>
            </a:pPr>
            <a:r>
              <a:rPr lang="fr-FR" noProof="0" dirty="0"/>
              <a:t>Modifiez les styles du texte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D42B0D44-387D-4C24-B5F0-F47FD12154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92073" y="4264288"/>
            <a:ext cx="1912883" cy="422012"/>
          </a:xfrm>
          <a:grpFill/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1800" b="1" cap="none" spc="0" smtClean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marL="228600" lvl="0" indent="-228600" algn="ctr" rtl="0">
              <a:lnSpc>
                <a:spcPct val="100000"/>
              </a:lnSpc>
              <a:spcAft>
                <a:spcPts val="1200"/>
              </a:spcAft>
            </a:pPr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3">
            <a:extLst>
              <a:ext uri="{FF2B5EF4-FFF2-40B4-BE49-F238E27FC236}">
                <a16:creationId xmlns:a16="http://schemas.microsoft.com/office/drawing/2014/main" id="{9F3ACD07-A1A8-4C77-9A5E-A152399BF1A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509826" y="4764856"/>
            <a:ext cx="3037114" cy="1907586"/>
          </a:xfrm>
        </p:spPr>
        <p:txBody>
          <a:bodyPr rtlCol="0">
            <a:normAutofit/>
          </a:bodyPr>
          <a:lstStyle>
            <a:lvl1pPr marL="65088" indent="-65088">
              <a:lnSpc>
                <a:spcPct val="100000"/>
              </a:lnSpc>
              <a:spcBef>
                <a:spcPts val="0"/>
              </a:spcBef>
              <a:buSzPct val="75000"/>
              <a:buFont typeface="Segoe UI" panose="020B0502040204020203" pitchFamily="34" charset="0"/>
              <a:buChar char=" "/>
              <a:defRPr sz="1800"/>
            </a:lvl1pPr>
            <a:lvl2pPr marL="5191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35A00728-0390-449B-A9C3-B2E70E7B87F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29957" y="4764856"/>
            <a:ext cx="3037114" cy="1907586"/>
          </a:xfrm>
        </p:spPr>
        <p:txBody>
          <a:bodyPr rtlCol="0">
            <a:normAutofit/>
          </a:bodyPr>
          <a:lstStyle>
            <a:lvl1pPr marL="65088" indent="-65088">
              <a:lnSpc>
                <a:spcPct val="100000"/>
              </a:lnSpc>
              <a:spcBef>
                <a:spcPts val="0"/>
              </a:spcBef>
              <a:buSzPct val="75000"/>
              <a:buFont typeface="Segoe UI" panose="020B0502040204020203" pitchFamily="34" charset="0"/>
              <a:buChar char=" "/>
              <a:defRPr sz="1800"/>
            </a:lvl1pPr>
            <a:lvl2pPr marL="5191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27" name="Titre 26">
            <a:extLst>
              <a:ext uri="{FF2B5EF4-FFF2-40B4-BE49-F238E27FC236}">
                <a16:creationId xmlns:a16="http://schemas.microsoft.com/office/drawing/2014/main" id="{68A52873-F950-4E21-95F3-B294D0B9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19C60224-04AE-4754-B02D-77F7807365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7518" y="2106669"/>
            <a:ext cx="1912828" cy="1912826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Espace réservé d’image 30">
            <a:extLst>
              <a:ext uri="{FF2B5EF4-FFF2-40B4-BE49-F238E27FC236}">
                <a16:creationId xmlns:a16="http://schemas.microsoft.com/office/drawing/2014/main" id="{0DB3A35F-50DF-4731-9C74-A6E9A24FBF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71997" y="2106669"/>
            <a:ext cx="1912828" cy="1912826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3" name="Espace réservé d’image 30">
            <a:extLst>
              <a:ext uri="{FF2B5EF4-FFF2-40B4-BE49-F238E27FC236}">
                <a16:creationId xmlns:a16="http://schemas.microsoft.com/office/drawing/2014/main" id="{90215D81-6F8E-4563-B187-421039C2AC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92128" y="2106669"/>
            <a:ext cx="1912828" cy="1912826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0F1F5E-0F8E-4292-A2C4-57224605234E}"/>
              </a:ext>
            </a:extLst>
          </p:cNvPr>
          <p:cNvSpPr/>
          <p:nvPr userDrawn="1"/>
        </p:nvSpPr>
        <p:spPr>
          <a:xfrm>
            <a:off x="571460" y="1052623"/>
            <a:ext cx="563526" cy="61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676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45456-20FC-48A7-BE67-71488B45A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FDB51B5-1DF3-41CD-A957-E9A05361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6D2AAA-3F8D-4E76-90EB-DD0AC9512707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00CD5D-2F5B-4547-8B71-EF4448AB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621205-E349-470A-A959-45D60D20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4999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6B6D9F9-5A76-47FC-B76A-79DF99E9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CE210-FCBD-4FA2-A65E-534C67842735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946DF5-B260-48EA-A562-51A920C2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32BD4-E04A-4497-8494-72AA7909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2840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47EEF-0759-477E-AA5C-EB9060CE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3F86D4-5180-4D02-9937-52B7F61EF4E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B84DC1-0189-44BD-9FB8-DF70AE92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9FDE5B-67F2-479E-8D04-F8CE22F7B514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24F59F-8F03-4A4D-8859-9298A260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3CA1F9-A38C-468E-ACB7-25764D97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241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BCCC314C-387C-4945-A19D-3B87791BA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nl-NL" noProof="0"/>
              <a:t>Klik om stijl te bewerken</a:t>
            </a:r>
            <a:endParaRPr lang="fr-FR" noProof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C3BE1D-B9D6-4253-B297-6E1D1831D3B0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9456AE-EFB4-48B9-B590-443B6AC14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444709-1069-4039-BEA6-E7E88F95E942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27FEF9-F08B-4826-9DD0-63FA658A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960E9F-2C2A-48BA-B6BF-563F870F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867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9F4D1852-0B32-43A2-AF32-062E9EC37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547"/>
            <a:ext cx="12192000" cy="3316716"/>
            <a:chOff x="0" y="4547"/>
            <a:chExt cx="12192000" cy="3316716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287464D-F58B-492E-A7E1-17EC8F310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547"/>
              <a:ext cx="12192000" cy="316706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0FA97E-93E9-45A9-967A-DD905690C756}"/>
                </a:ext>
              </a:extLst>
            </p:cNvPr>
            <p:cNvSpPr/>
            <p:nvPr/>
          </p:nvSpPr>
          <p:spPr>
            <a:xfrm>
              <a:off x="0" y="1892300"/>
              <a:ext cx="12192000" cy="1428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71C049FA-04F3-4E83-A400-653730E5E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200" y="1"/>
            <a:ext cx="3225800" cy="279904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165AE06-C1A4-479D-961E-89F2BE93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72" y="365125"/>
            <a:ext cx="1075055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1D420E-5AA3-46FF-924E-C64826528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51265"/>
            <a:ext cx="10515600" cy="4125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EAE446-2533-44B0-A61C-6E2640347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DF12661-C989-4A6A-B1A2-942DAD27675E}" type="datetime1">
              <a:rPr lang="fr-FR" noProof="0" smtClean="0"/>
              <a:t>06/12/2025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45CCA6-6249-4EEF-8EB6-5880D7FD2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94EE8A-DDD1-41D0-8553-81C0B037F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342767F-C36F-43F3-A3EC-D3C6B44B9C04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BD81BBC1-20E7-4568-BB16-09A7F298515E}"/>
              </a:ext>
            </a:extLst>
          </p:cNvPr>
          <p:cNvSpPr/>
          <p:nvPr userDrawn="1"/>
        </p:nvSpPr>
        <p:spPr>
          <a:xfrm>
            <a:off x="571460" y="1052623"/>
            <a:ext cx="563526" cy="61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3405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8" r:id="rId9"/>
    <p:sldLayoutId id="2147483659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1" kern="120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5">
            <a:extLst>
              <a:ext uri="{FF2B5EF4-FFF2-40B4-BE49-F238E27FC236}">
                <a16:creationId xmlns:a16="http://schemas.microsoft.com/office/drawing/2014/main" id="{AE8D8644-3685-E96C-86D8-F3A87B50BB7E}"/>
              </a:ext>
            </a:extLst>
          </p:cNvPr>
          <p:cNvSpPr txBox="1">
            <a:spLocks/>
          </p:cNvSpPr>
          <p:nvPr/>
        </p:nvSpPr>
        <p:spPr>
          <a:xfrm>
            <a:off x="442124" y="3083859"/>
            <a:ext cx="10974598" cy="151316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Project INFM: </a:t>
            </a:r>
            <a:r>
              <a:rPr lang="fr-FR" dirty="0" err="1"/>
              <a:t>Slimme</a:t>
            </a:r>
            <a:r>
              <a:rPr lang="fr-FR" dirty="0"/>
              <a:t> </a:t>
            </a:r>
            <a:r>
              <a:rPr lang="fr-FR" dirty="0" err="1"/>
              <a:t>regenwaterput</a:t>
            </a:r>
            <a:endParaRPr lang="fr-FR" dirty="0"/>
          </a:p>
        </p:txBody>
      </p:sp>
      <p:sp>
        <p:nvSpPr>
          <p:cNvPr id="17" name="Sous-titre 12">
            <a:extLst>
              <a:ext uri="{FF2B5EF4-FFF2-40B4-BE49-F238E27FC236}">
                <a16:creationId xmlns:a16="http://schemas.microsoft.com/office/drawing/2014/main" id="{4907ED53-A1B7-7B35-4659-62D849E42EFE}"/>
              </a:ext>
            </a:extLst>
          </p:cNvPr>
          <p:cNvSpPr txBox="1">
            <a:spLocks/>
          </p:cNvSpPr>
          <p:nvPr/>
        </p:nvSpPr>
        <p:spPr>
          <a:xfrm>
            <a:off x="556427" y="4597023"/>
            <a:ext cx="6579479" cy="1253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Lander Van Avermaet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08C363D5-D97D-5E3A-C577-D51DDD117B31}"/>
              </a:ext>
            </a:extLst>
          </p:cNvPr>
          <p:cNvSpPr/>
          <p:nvPr/>
        </p:nvSpPr>
        <p:spPr>
          <a:xfrm>
            <a:off x="556427" y="4282440"/>
            <a:ext cx="629920" cy="66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7671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9536-0A56-B7F7-D794-A6D6BDA9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61840-D66F-4145-F4D5-D397B54D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Functies</a:t>
            </a:r>
            <a:endParaRPr lang="fr-FR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FB4394A-8202-DA69-C651-879BEA9A1E82}"/>
              </a:ext>
            </a:extLst>
          </p:cNvPr>
          <p:cNvSpPr txBox="1"/>
          <p:nvPr/>
        </p:nvSpPr>
        <p:spPr>
          <a:xfrm>
            <a:off x="511008" y="1700463"/>
            <a:ext cx="11169984" cy="3488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nl-BE" dirty="0">
                <a:solidFill>
                  <a:schemeClr val="bg1"/>
                </a:solidFill>
              </a:rPr>
              <a:t>5 hoofdfuncties: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nl-BE" dirty="0">
                <a:solidFill>
                  <a:schemeClr val="bg1"/>
                </a:solidFill>
              </a:rPr>
              <a:t>Waterniveau meten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nl-BE" dirty="0">
                <a:solidFill>
                  <a:schemeClr val="bg1"/>
                </a:solidFill>
              </a:rPr>
              <a:t>Pomp aansturen</a:t>
            </a:r>
          </a:p>
          <a:p>
            <a:pPr marL="1257300" lvl="2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nl-BE" dirty="0">
                <a:solidFill>
                  <a:schemeClr val="bg1"/>
                </a:solidFill>
              </a:rPr>
              <a:t>Via dashboard</a:t>
            </a:r>
          </a:p>
          <a:p>
            <a:pPr marL="1257300" lvl="2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nl-BE" dirty="0">
                <a:solidFill>
                  <a:schemeClr val="bg1"/>
                </a:solidFill>
              </a:rPr>
              <a:t>Via knoppen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nl-BE" dirty="0">
                <a:solidFill>
                  <a:schemeClr val="bg1"/>
                </a:solidFill>
              </a:rPr>
              <a:t>Hoek luik put instellen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nl-BE" dirty="0">
                <a:solidFill>
                  <a:schemeClr val="bg1"/>
                </a:solidFill>
              </a:rPr>
              <a:t>Temperatuur water meten</a:t>
            </a:r>
          </a:p>
          <a:p>
            <a:pPr marL="800100" lvl="1" indent="-342900">
              <a:spcAft>
                <a:spcPts val="800"/>
              </a:spcAft>
              <a:buFont typeface="+mj-lt"/>
              <a:buAutoNum type="arabicPeriod"/>
            </a:pPr>
            <a:r>
              <a:rPr lang="nl-BE" dirty="0">
                <a:solidFill>
                  <a:schemeClr val="bg1"/>
                </a:solidFill>
              </a:rPr>
              <a:t>Vochtigheid put meten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6" name="Afbeelding 5" descr="Afbeelding met speelgoed&#10;&#10;Door AI gegenereerde inhoud is mogelijk onjuist.">
            <a:extLst>
              <a:ext uri="{FF2B5EF4-FFF2-40B4-BE49-F238E27FC236}">
                <a16:creationId xmlns:a16="http://schemas.microsoft.com/office/drawing/2014/main" id="{8A7EAF76-3828-8DCD-CA8F-117FD2B15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55640" y="-106497"/>
            <a:ext cx="6436360" cy="6436360"/>
          </a:xfrm>
          <a:prstGeom prst="rect">
            <a:avLst/>
          </a:prstGeom>
          <a:ln>
            <a:noFill/>
          </a:ln>
          <a:effectLst>
            <a:outerShdw blurRad="190500" algn="tl" rotWithShape="0">
              <a:schemeClr val="bg1">
                <a:alpha val="7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68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Afbeelding met tekst, schermopname, diagram, scherm&#10;&#10;Door AI gegenereerde inhoud is mogelijk onjuist.">
            <a:extLst>
              <a:ext uri="{FF2B5EF4-FFF2-40B4-BE49-F238E27FC236}">
                <a16:creationId xmlns:a16="http://schemas.microsoft.com/office/drawing/2014/main" id="{05FFCCF6-3EDB-456C-FF7A-31013D64A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86" y="1700463"/>
            <a:ext cx="8410320" cy="4273309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6C4A349E-2F8B-2C36-7469-FC79E1AA9C81}"/>
              </a:ext>
            </a:extLst>
          </p:cNvPr>
          <p:cNvSpPr txBox="1">
            <a:spLocks/>
          </p:cNvSpPr>
          <p:nvPr/>
        </p:nvSpPr>
        <p:spPr>
          <a:xfrm>
            <a:off x="511008" y="528137"/>
            <a:ext cx="10798676" cy="1172326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ESP 32 in </a:t>
            </a:r>
            <a:r>
              <a:rPr lang="fr-FR" dirty="0" err="1"/>
              <a:t>Wokwi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4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7965B-C2DA-C19A-B63C-B71652FF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18184-8349-B389-2657-DEB0F12E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Waterniveau</a:t>
            </a:r>
            <a:endParaRPr lang="fr-FR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EBC8644-836F-55ED-86A7-85BFAF3DF24E}"/>
              </a:ext>
            </a:extLst>
          </p:cNvPr>
          <p:cNvSpPr txBox="1"/>
          <p:nvPr/>
        </p:nvSpPr>
        <p:spPr>
          <a:xfrm>
            <a:off x="511008" y="1902490"/>
            <a:ext cx="11169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>
                <a:solidFill>
                  <a:schemeClr val="bg1"/>
                </a:solidFill>
              </a:rPr>
              <a:t>Ultrasoon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M.b.v. functie omgezet naar %</a:t>
            </a: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NodeRed: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 err="1">
                <a:solidFill>
                  <a:schemeClr val="bg1"/>
                </a:solidFill>
              </a:rPr>
              <a:t>Gauge</a:t>
            </a:r>
            <a:endParaRPr lang="nl-BE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Grafiek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11" name="Afbeelding 10" descr="Afbeelding met tekst, Lettertype, schermopname, lijn&#10;&#10;Door AI gegenereerde inhoud is mogelijk onjuist.">
            <a:extLst>
              <a:ext uri="{FF2B5EF4-FFF2-40B4-BE49-F238E27FC236}">
                <a16:creationId xmlns:a16="http://schemas.microsoft.com/office/drawing/2014/main" id="{122C2F46-AB06-0269-3439-7FBFD9B07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460" y="3128920"/>
            <a:ext cx="3248478" cy="600159"/>
          </a:xfrm>
          <a:prstGeom prst="rect">
            <a:avLst/>
          </a:prstGeom>
        </p:spPr>
      </p:pic>
      <p:pic>
        <p:nvPicPr>
          <p:cNvPr id="8" name="Afbeelding 7" descr="Afbeelding met elektronica, luidspreker, Geluidsapparatuur, Elektronisch apparaat&#10;&#10;Door AI gegenereerde inhoud is mogelijk onjuist.">
            <a:extLst>
              <a:ext uri="{FF2B5EF4-FFF2-40B4-BE49-F238E27FC236}">
                <a16:creationId xmlns:a16="http://schemas.microsoft.com/office/drawing/2014/main" id="{DC250EBD-05C8-D688-D75F-447B9C309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050" y="3128920"/>
            <a:ext cx="1676634" cy="857370"/>
          </a:xfrm>
          <a:prstGeom prst="rect">
            <a:avLst/>
          </a:prstGeom>
        </p:spPr>
      </p:pic>
      <p:pic>
        <p:nvPicPr>
          <p:cNvPr id="13" name="Afbeelding 12" descr="Afbeelding met tekst, Lettertype, schermopname, Graphics&#10;&#10;Door AI gegenereerde inhoud is mogelijk onjuist.">
            <a:extLst>
              <a:ext uri="{FF2B5EF4-FFF2-40B4-BE49-F238E27FC236}">
                <a16:creationId xmlns:a16="http://schemas.microsoft.com/office/drawing/2014/main" id="{E94E9408-28F4-3DB3-F148-1B4D83EC4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460" y="4422772"/>
            <a:ext cx="2003352" cy="1502513"/>
          </a:xfrm>
          <a:prstGeom prst="rect">
            <a:avLst/>
          </a:prstGeom>
        </p:spPr>
      </p:pic>
      <p:pic>
        <p:nvPicPr>
          <p:cNvPr id="15" name="Afbeelding 14" descr="Afbeelding met tekst, lijn, Perceel, Lettertype&#10;&#10;Door AI gegenereerde inhoud is mogelijk onjuist.">
            <a:extLst>
              <a:ext uri="{FF2B5EF4-FFF2-40B4-BE49-F238E27FC236}">
                <a16:creationId xmlns:a16="http://schemas.microsoft.com/office/drawing/2014/main" id="{0FE3FFE5-8919-95BC-FB79-16BB86493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3364" y="4422773"/>
            <a:ext cx="2573925" cy="150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1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71DB5-91EA-ECA7-43AA-90A03FE4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F71B6-8F3A-D1F2-75FE-71BB6C93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Pomp</a:t>
            </a:r>
            <a:r>
              <a:rPr lang="fr-FR" dirty="0"/>
              <a:t> met LCD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02233981-CBAF-8AA3-025F-064AADAE90F6}"/>
              </a:ext>
            </a:extLst>
          </p:cNvPr>
          <p:cNvSpPr txBox="1"/>
          <p:nvPr/>
        </p:nvSpPr>
        <p:spPr>
          <a:xfrm>
            <a:off x="511008" y="1902490"/>
            <a:ext cx="1116998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>
                <a:solidFill>
                  <a:schemeClr val="bg1"/>
                </a:solidFill>
              </a:rPr>
              <a:t>LCD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Waterniveau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Status pomp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Manual / auto</a:t>
            </a: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Manueel: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On / Off met groene drukknop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Of via node-red dashboard	(indien niet in auto)</a:t>
            </a: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Auto: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Pomp aan: waterniveau &lt; 30%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Pomp uit: waterniveau &gt;= 90%</a:t>
            </a:r>
          </a:p>
          <a:p>
            <a:pPr lvl="1"/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Status pomp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In node 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5" name="Afbeelding 4" descr="Afbeelding met tekst, scherm, schermopname&#10;&#10;Door AI gegenereerde inhoud is mogelijk onjuist.">
            <a:extLst>
              <a:ext uri="{FF2B5EF4-FFF2-40B4-BE49-F238E27FC236}">
                <a16:creationId xmlns:a16="http://schemas.microsoft.com/office/drawing/2014/main" id="{3FE5CFC9-D3B9-D73C-21E6-746270D9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045" y="2137948"/>
            <a:ext cx="2590052" cy="1273935"/>
          </a:xfrm>
          <a:prstGeom prst="rect">
            <a:avLst/>
          </a:prstGeom>
        </p:spPr>
      </p:pic>
      <p:pic>
        <p:nvPicPr>
          <p:cNvPr id="7" name="Afbeelding 6" descr="Afbeelding met schermopname, diagram, cirkel, ontwerp&#10;&#10;Door AI gegenereerde inhoud is mogelijk onjuist.">
            <a:extLst>
              <a:ext uri="{FF2B5EF4-FFF2-40B4-BE49-F238E27FC236}">
                <a16:creationId xmlns:a16="http://schemas.microsoft.com/office/drawing/2014/main" id="{D30CC30B-C382-DCC2-AD9B-24829BCDF5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0" r="50000"/>
          <a:stretch>
            <a:fillRect/>
          </a:stretch>
        </p:blipFill>
        <p:spPr>
          <a:xfrm>
            <a:off x="7975543" y="3647340"/>
            <a:ext cx="704949" cy="555423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5E7EE4DF-EA37-BC17-05F2-EDF3F6C85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6307" y="3643780"/>
            <a:ext cx="555422" cy="555422"/>
          </a:xfrm>
          <a:prstGeom prst="rect">
            <a:avLst/>
          </a:prstGeom>
        </p:spPr>
      </p:pic>
      <p:pic>
        <p:nvPicPr>
          <p:cNvPr id="14" name="Afbeelding 13" descr="Afbeelding met Lettertype, ontwerp, begeleiding&#10;&#10;Door AI gegenereerde inhoud is mogelijk onjuist.">
            <a:extLst>
              <a:ext uri="{FF2B5EF4-FFF2-40B4-BE49-F238E27FC236}">
                <a16:creationId xmlns:a16="http://schemas.microsoft.com/office/drawing/2014/main" id="{9E3AE37A-3D02-37B0-7C2D-3F32C1B73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3340" y="4440557"/>
            <a:ext cx="1107757" cy="504896"/>
          </a:xfrm>
          <a:prstGeom prst="rect">
            <a:avLst/>
          </a:prstGeom>
        </p:spPr>
      </p:pic>
      <p:pic>
        <p:nvPicPr>
          <p:cNvPr id="16" name="Afbeelding 15" descr="Afbeelding met Lettertype, tekst, logo, Graphics&#10;&#10;Door AI gegenereerde inhoud is mogelijk onjuist.">
            <a:extLst>
              <a:ext uri="{FF2B5EF4-FFF2-40B4-BE49-F238E27FC236}">
                <a16:creationId xmlns:a16="http://schemas.microsoft.com/office/drawing/2014/main" id="{47C52438-4E78-086C-7A10-7F5F3817B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4530" y="5183247"/>
            <a:ext cx="3658111" cy="50489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19704F74-59EB-60B8-F831-126C5D4089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7544" y="3643780"/>
            <a:ext cx="1453553" cy="55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7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0D0BF-DAEB-1F3E-F330-2828678D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BD20C7-9F30-8CED-7E84-BC40D8C8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Temperatuur</a:t>
            </a:r>
            <a:r>
              <a:rPr lang="fr-FR" dirty="0"/>
              <a:t> &amp; </a:t>
            </a:r>
            <a:r>
              <a:rPr lang="fr-FR" dirty="0" err="1"/>
              <a:t>Humidity</a:t>
            </a:r>
            <a:endParaRPr lang="fr-FR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78597E2-26F1-D24A-F540-A1D93BA5CF12}"/>
              </a:ext>
            </a:extLst>
          </p:cNvPr>
          <p:cNvSpPr txBox="1"/>
          <p:nvPr/>
        </p:nvSpPr>
        <p:spPr>
          <a:xfrm>
            <a:off x="511008" y="1902490"/>
            <a:ext cx="111699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>
                <a:solidFill>
                  <a:schemeClr val="bg1"/>
                </a:solidFill>
              </a:rPr>
              <a:t>DHT22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Aanpasbaar met </a:t>
            </a:r>
            <a:r>
              <a:rPr lang="nl-BE" sz="1600" dirty="0" err="1">
                <a:solidFill>
                  <a:schemeClr val="bg1"/>
                </a:solidFill>
              </a:rPr>
              <a:t>sliders</a:t>
            </a: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NodeRed: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 err="1">
                <a:solidFill>
                  <a:schemeClr val="bg1"/>
                </a:solidFill>
              </a:rPr>
              <a:t>Gauge</a:t>
            </a:r>
            <a:endParaRPr lang="nl-BE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Grafiek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4" name="Afbeelding 3" descr="Afbeelding met schermopname, ontwerp, kunst&#10;&#10;Door AI gegenereerde inhoud is mogelijk onjuist.">
            <a:extLst>
              <a:ext uri="{FF2B5EF4-FFF2-40B4-BE49-F238E27FC236}">
                <a16:creationId xmlns:a16="http://schemas.microsoft.com/office/drawing/2014/main" id="{B40EBFE9-BAA7-DDA4-8D52-8060F82A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441" y="3261408"/>
            <a:ext cx="1019317" cy="714475"/>
          </a:xfrm>
          <a:prstGeom prst="rect">
            <a:avLst/>
          </a:prstGeom>
        </p:spPr>
      </p:pic>
      <p:pic>
        <p:nvPicPr>
          <p:cNvPr id="8" name="Afbeelding 7" descr="Afbeelding met Lettertype, schermopname, tekst, lijn&#10;&#10;Door AI gegenereerde inhoud is mogelijk onjuist.">
            <a:extLst>
              <a:ext uri="{FF2B5EF4-FFF2-40B4-BE49-F238E27FC236}">
                <a16:creationId xmlns:a16="http://schemas.microsoft.com/office/drawing/2014/main" id="{E6E5C971-880C-D359-F0A5-A8A84F47F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121" y="2540862"/>
            <a:ext cx="3486637" cy="562053"/>
          </a:xfrm>
          <a:prstGeom prst="rect">
            <a:avLst/>
          </a:prstGeom>
        </p:spPr>
      </p:pic>
      <p:pic>
        <p:nvPicPr>
          <p:cNvPr id="11" name="Afbeelding 10" descr="Afbeelding met tekst, Lettertype, diagram, schermopname&#10;&#10;Door AI gegenereerde inhoud is mogelijk onjuist.">
            <a:extLst>
              <a:ext uri="{FF2B5EF4-FFF2-40B4-BE49-F238E27FC236}">
                <a16:creationId xmlns:a16="http://schemas.microsoft.com/office/drawing/2014/main" id="{3E1AA3CD-C721-8328-554E-6E41479D1E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7"/>
          <a:stretch>
            <a:fillRect/>
          </a:stretch>
        </p:blipFill>
        <p:spPr>
          <a:xfrm>
            <a:off x="7397700" y="4122380"/>
            <a:ext cx="1512000" cy="1109826"/>
          </a:xfrm>
          <a:prstGeom prst="rect">
            <a:avLst/>
          </a:prstGeom>
        </p:spPr>
      </p:pic>
      <p:pic>
        <p:nvPicPr>
          <p:cNvPr id="13" name="Afbeelding 12" descr="Afbeelding met tekst, Lettertype, Graphics, schermopname&#10;&#10;Door AI gegenereerde inhoud is mogelijk onjuist.">
            <a:extLst>
              <a:ext uri="{FF2B5EF4-FFF2-40B4-BE49-F238E27FC236}">
                <a16:creationId xmlns:a16="http://schemas.microsoft.com/office/drawing/2014/main" id="{F15D2B39-D4FB-C9D5-4B4E-FEEDD08265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115" y="5430377"/>
            <a:ext cx="1512585" cy="1163126"/>
          </a:xfrm>
          <a:prstGeom prst="rect">
            <a:avLst/>
          </a:prstGeom>
        </p:spPr>
      </p:pic>
      <p:pic>
        <p:nvPicPr>
          <p:cNvPr id="15" name="Afbeelding 14" descr="Afbeelding met tekst, diagram, lijn, Lettertype&#10;&#10;Door AI gegenereerde inhoud is mogelijk onjuist.">
            <a:extLst>
              <a:ext uri="{FF2B5EF4-FFF2-40B4-BE49-F238E27FC236}">
                <a16:creationId xmlns:a16="http://schemas.microsoft.com/office/drawing/2014/main" id="{6DADDE11-D942-D964-D27D-3FA2ED768B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53282"/>
          <a:stretch>
            <a:fillRect/>
          </a:stretch>
        </p:blipFill>
        <p:spPr>
          <a:xfrm>
            <a:off x="9381501" y="4134376"/>
            <a:ext cx="1851257" cy="1109826"/>
          </a:xfrm>
          <a:prstGeom prst="rect">
            <a:avLst/>
          </a:prstGeom>
        </p:spPr>
      </p:pic>
      <p:pic>
        <p:nvPicPr>
          <p:cNvPr id="16" name="Afbeelding 15" descr="Afbeelding met tekst, diagram, lijn, Lettertype&#10;&#10;Door AI gegenereerde inhoud is mogelijk onjuist.">
            <a:extLst>
              <a:ext uri="{FF2B5EF4-FFF2-40B4-BE49-F238E27FC236}">
                <a16:creationId xmlns:a16="http://schemas.microsoft.com/office/drawing/2014/main" id="{670B10FF-D7AF-975F-059A-AE6CFFE2F1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1324"/>
          <a:stretch>
            <a:fillRect/>
          </a:stretch>
        </p:blipFill>
        <p:spPr>
          <a:xfrm>
            <a:off x="9381501" y="5437125"/>
            <a:ext cx="1851257" cy="115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5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F09C1-CDC0-072C-3065-FD873F0E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00A26-9139-C19E-F8E0-B269FD706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Luik</a:t>
            </a:r>
            <a:r>
              <a:rPr lang="fr-FR" dirty="0"/>
              <a:t> </a:t>
            </a:r>
            <a:r>
              <a:rPr lang="fr-FR" dirty="0" err="1"/>
              <a:t>openen</a:t>
            </a:r>
            <a:endParaRPr lang="fr-FR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B805383C-35E1-9FAE-2A9C-CCEAAEE7A8AD}"/>
              </a:ext>
            </a:extLst>
          </p:cNvPr>
          <p:cNvSpPr txBox="1"/>
          <p:nvPr/>
        </p:nvSpPr>
        <p:spPr>
          <a:xfrm>
            <a:off x="511008" y="1902490"/>
            <a:ext cx="11169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dirty="0">
                <a:solidFill>
                  <a:schemeClr val="bg1"/>
                </a:solidFill>
              </a:rPr>
              <a:t>Aangedreven met </a:t>
            </a:r>
            <a:r>
              <a:rPr lang="nl-BE" sz="1600" dirty="0" err="1">
                <a:solidFill>
                  <a:schemeClr val="bg1"/>
                </a:solidFill>
              </a:rPr>
              <a:t>servo</a:t>
            </a:r>
            <a:endParaRPr lang="nl-BE" sz="1600" dirty="0">
              <a:solidFill>
                <a:schemeClr val="bg1"/>
              </a:solidFill>
            </a:endParaRP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Hoek van 0° tot 90° mogelijk</a:t>
            </a: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Slider in NodeRed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4" name="Afbeelding 3" descr="Afbeelding met schermopname, Graphics, ontwerp&#10;&#10;Door AI gegenereerde inhoud is mogelijk onjuist.">
            <a:extLst>
              <a:ext uri="{FF2B5EF4-FFF2-40B4-BE49-F238E27FC236}">
                <a16:creationId xmlns:a16="http://schemas.microsoft.com/office/drawing/2014/main" id="{51846C36-8ECC-5F32-4B4C-9179B2610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300" y="4360755"/>
            <a:ext cx="2035200" cy="695255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F6ABC31-1E24-7B3C-9032-D23C2B6F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802" y="3225847"/>
            <a:ext cx="2859189" cy="406306"/>
          </a:xfrm>
          <a:prstGeom prst="rect">
            <a:avLst/>
          </a:prstGeom>
        </p:spPr>
      </p:pic>
      <p:pic>
        <p:nvPicPr>
          <p:cNvPr id="8" name="Afbeelding 7" descr="Afbeelding met schermopname, ontwerp&#10;&#10;Door AI gegenereerde inhoud is mogelijk onjuist.">
            <a:extLst>
              <a:ext uri="{FF2B5EF4-FFF2-40B4-BE49-F238E27FC236}">
                <a16:creationId xmlns:a16="http://schemas.microsoft.com/office/drawing/2014/main" id="{108F7234-B705-0F80-8A9C-BACDCCD14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630" y="4241820"/>
            <a:ext cx="1820172" cy="933127"/>
          </a:xfrm>
          <a:prstGeom prst="rect">
            <a:avLst/>
          </a:prstGeom>
        </p:spPr>
      </p:pic>
      <p:pic>
        <p:nvPicPr>
          <p:cNvPr id="11" name="Afbeelding 10" descr="Afbeelding met schermopname, ontwerp&#10;&#10;Door AI gegenereerde inhoud is mogelijk onjuist.">
            <a:extLst>
              <a:ext uri="{FF2B5EF4-FFF2-40B4-BE49-F238E27FC236}">
                <a16:creationId xmlns:a16="http://schemas.microsoft.com/office/drawing/2014/main" id="{ED3747F3-F81F-11DB-5CB9-1CA0178D04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0932" y="4210814"/>
            <a:ext cx="1880060" cy="964133"/>
          </a:xfrm>
          <a:prstGeom prst="rect">
            <a:avLst/>
          </a:prstGeom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B21975E7-CE27-4C7C-1ECF-0EFDA7A14586}"/>
              </a:ext>
            </a:extLst>
          </p:cNvPr>
          <p:cNvCxnSpPr/>
          <p:nvPr/>
        </p:nvCxnSpPr>
        <p:spPr>
          <a:xfrm>
            <a:off x="6187439" y="4708383"/>
            <a:ext cx="599440" cy="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E23F16B0-EF66-9E3C-730B-AD3B8213826D}"/>
              </a:ext>
            </a:extLst>
          </p:cNvPr>
          <p:cNvCxnSpPr/>
          <p:nvPr/>
        </p:nvCxnSpPr>
        <p:spPr>
          <a:xfrm>
            <a:off x="9022079" y="4695381"/>
            <a:ext cx="599440" cy="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7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1EB6A-955A-9871-2D44-71BBD64D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2C7E6-0345-7DD6-CC0E-B7138FD2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MQTT </a:t>
            </a:r>
            <a:r>
              <a:rPr lang="fr-FR" dirty="0" err="1"/>
              <a:t>uit</a:t>
            </a:r>
            <a:endParaRPr lang="fr-FR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217D844F-AA48-530E-356E-3FF23E3DFA87}"/>
              </a:ext>
            </a:extLst>
          </p:cNvPr>
          <p:cNvSpPr txBox="1"/>
          <p:nvPr/>
        </p:nvSpPr>
        <p:spPr>
          <a:xfrm>
            <a:off x="511008" y="1902490"/>
            <a:ext cx="111699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nl-BE" sz="1600" dirty="0">
                <a:solidFill>
                  <a:schemeClr val="bg1"/>
                </a:solidFill>
              </a:rPr>
              <a:t>Variabele </a:t>
            </a:r>
            <a:r>
              <a:rPr lang="nl-BE" sz="1600" i="1" dirty="0">
                <a:solidFill>
                  <a:schemeClr val="bg1"/>
                </a:solidFill>
              </a:rPr>
              <a:t>Tempdata</a:t>
            </a:r>
            <a:r>
              <a:rPr lang="nl-BE" sz="1600" dirty="0">
                <a:solidFill>
                  <a:schemeClr val="bg1"/>
                </a:solidFill>
              </a:rPr>
              <a:t>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nl-BE" sz="1600" dirty="0">
                <a:solidFill>
                  <a:schemeClr val="bg1"/>
                </a:solidFill>
              </a:rPr>
              <a:t>Wordt gemaakt in ESP code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nl-BE" sz="1600" dirty="0">
                <a:solidFill>
                  <a:schemeClr val="bg1"/>
                </a:solidFill>
              </a:rPr>
              <a:t>MQTT broker (</a:t>
            </a:r>
            <a:r>
              <a:rPr lang="nl-BE" sz="1600" dirty="0" err="1">
                <a:solidFill>
                  <a:schemeClr val="bg1"/>
                </a:solidFill>
              </a:rPr>
              <a:t>Mqqtx</a:t>
            </a:r>
            <a:r>
              <a:rPr lang="nl-BE" sz="1600" dirty="0">
                <a:solidFill>
                  <a:schemeClr val="bg1"/>
                </a:solidFill>
              </a:rPr>
              <a:t>)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nl-BE" sz="1600" dirty="0">
                <a:solidFill>
                  <a:schemeClr val="bg1"/>
                </a:solidFill>
              </a:rPr>
              <a:t>Node Red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BE" sz="1600" dirty="0">
                <a:solidFill>
                  <a:schemeClr val="bg1"/>
                </a:solidFill>
              </a:rPr>
              <a:t>Bevat: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nl-BE" sz="1600" dirty="0">
                <a:solidFill>
                  <a:schemeClr val="bg1"/>
                </a:solidFill>
              </a:rPr>
              <a:t>Temperatuur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nl-BE" sz="1600" dirty="0">
                <a:solidFill>
                  <a:schemeClr val="bg1"/>
                </a:solidFill>
              </a:rPr>
              <a:t>Vochtigheid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nl-BE" sz="1600" dirty="0">
                <a:solidFill>
                  <a:schemeClr val="bg1"/>
                </a:solidFill>
              </a:rPr>
              <a:t>Waterniveau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nl-BE" sz="1600" dirty="0">
                <a:solidFill>
                  <a:schemeClr val="bg1"/>
                </a:solidFill>
              </a:rPr>
              <a:t>Pomp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MQTTX: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nl-BE" sz="1600" dirty="0">
                <a:solidFill>
                  <a:schemeClr val="bg1"/>
                </a:solidFill>
              </a:rPr>
              <a:t>Gebruiksvriendelijk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nl-BE" sz="1600" dirty="0">
                <a:solidFill>
                  <a:schemeClr val="bg1"/>
                </a:solidFill>
              </a:rPr>
              <a:t>Goed overzicht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4" name="Afbeelding 3" descr="Afbeelding met tekst, schermopname, software, Lettertype&#10;&#10;Door AI gegenereerde inhoud is mogelijk onjuist.">
            <a:extLst>
              <a:ext uri="{FF2B5EF4-FFF2-40B4-BE49-F238E27FC236}">
                <a16:creationId xmlns:a16="http://schemas.microsoft.com/office/drawing/2014/main" id="{AEBB18AB-826A-90D7-BBC9-145B00CD8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494" y="1600745"/>
            <a:ext cx="4854949" cy="3691895"/>
          </a:xfrm>
          <a:prstGeom prst="rect">
            <a:avLst/>
          </a:prstGeom>
        </p:spPr>
      </p:pic>
      <p:pic>
        <p:nvPicPr>
          <p:cNvPr id="6" name="Afbeelding 5" descr="Afbeelding met Lettertype, logo, Graphics, symbool&#10;&#10;Door AI gegenereerde inhoud is mogelijk onjuist.">
            <a:extLst>
              <a:ext uri="{FF2B5EF4-FFF2-40B4-BE49-F238E27FC236}">
                <a16:creationId xmlns:a16="http://schemas.microsoft.com/office/drawing/2014/main" id="{61B70E5F-FB5A-9605-BDEA-5C54320AB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421" y="5494667"/>
            <a:ext cx="1577022" cy="7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18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0998F-7C16-3F9B-9B26-81949DE0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8EE56-A669-7588-8C3A-F32BC2BF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MQTT in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4D3391B-6FEA-8474-17A7-513D68AE7FE4}"/>
              </a:ext>
            </a:extLst>
          </p:cNvPr>
          <p:cNvSpPr txBox="1"/>
          <p:nvPr/>
        </p:nvSpPr>
        <p:spPr>
          <a:xfrm>
            <a:off x="511008" y="1902490"/>
            <a:ext cx="11169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Hoek van luik</a:t>
            </a:r>
          </a:p>
          <a:p>
            <a:endParaRPr lang="nl-BE" sz="1600" dirty="0">
              <a:solidFill>
                <a:schemeClr val="bg1"/>
              </a:solidFill>
            </a:endParaRPr>
          </a:p>
          <a:p>
            <a:r>
              <a:rPr lang="nl-BE" sz="1600" dirty="0">
                <a:solidFill>
                  <a:schemeClr val="bg1"/>
                </a:solidFill>
              </a:rPr>
              <a:t>Pomp on / 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18CEEF9F-7C0B-B00E-634A-292342BF01B4}"/>
              </a:ext>
            </a:extLst>
          </p:cNvPr>
          <p:cNvGrpSpPr/>
          <p:nvPr/>
        </p:nvGrpSpPr>
        <p:grpSpPr>
          <a:xfrm>
            <a:off x="7304456" y="3073408"/>
            <a:ext cx="3221304" cy="2820091"/>
            <a:chOff x="7304456" y="3073408"/>
            <a:chExt cx="3221304" cy="2820091"/>
          </a:xfrm>
        </p:grpSpPr>
        <p:pic>
          <p:nvPicPr>
            <p:cNvPr id="4" name="Afbeelding 3" descr="Afbeelding met tekst, schermopname, software, Lettertype&#10;&#10;Door AI gegenereerde inhoud is mogelijk onjuist.">
              <a:extLst>
                <a:ext uri="{FF2B5EF4-FFF2-40B4-BE49-F238E27FC236}">
                  <a16:creationId xmlns:a16="http://schemas.microsoft.com/office/drawing/2014/main" id="{FEE9B2AD-71C9-4F3C-9D5B-A7A67519F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4456" y="3074179"/>
              <a:ext cx="3221304" cy="2819320"/>
            </a:xfrm>
            <a:prstGeom prst="rect">
              <a:avLst/>
            </a:prstGeom>
          </p:spPr>
        </p:pic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BA5CB4E9-10D8-B661-D704-AA1A5B69BE8F}"/>
                </a:ext>
              </a:extLst>
            </p:cNvPr>
            <p:cNvSpPr/>
            <p:nvPr/>
          </p:nvSpPr>
          <p:spPr>
            <a:xfrm>
              <a:off x="8808720" y="3073408"/>
              <a:ext cx="1239520" cy="482592"/>
            </a:xfrm>
            <a:prstGeom prst="rect">
              <a:avLst/>
            </a:prstGeom>
            <a:solidFill>
              <a:srgbClr val="F9FAFD"/>
            </a:solidFill>
            <a:ln>
              <a:solidFill>
                <a:schemeClr val="bg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14" name="Groep 13">
            <a:extLst>
              <a:ext uri="{FF2B5EF4-FFF2-40B4-BE49-F238E27FC236}">
                <a16:creationId xmlns:a16="http://schemas.microsoft.com/office/drawing/2014/main" id="{5FD1B22F-50E1-27E8-0A51-EB852CABF27B}"/>
              </a:ext>
            </a:extLst>
          </p:cNvPr>
          <p:cNvGrpSpPr/>
          <p:nvPr/>
        </p:nvGrpSpPr>
        <p:grpSpPr>
          <a:xfrm>
            <a:off x="3266991" y="3073408"/>
            <a:ext cx="3464628" cy="2816202"/>
            <a:chOff x="3266991" y="3073408"/>
            <a:chExt cx="3464628" cy="2816202"/>
          </a:xfrm>
        </p:grpSpPr>
        <p:pic>
          <p:nvPicPr>
            <p:cNvPr id="8" name="Afbeelding 7" descr="Afbeelding met tekst, schermopname, Lettertype&#10;&#10;Door AI gegenereerde inhoud is mogelijk onjuist.">
              <a:extLst>
                <a:ext uri="{FF2B5EF4-FFF2-40B4-BE49-F238E27FC236}">
                  <a16:creationId xmlns:a16="http://schemas.microsoft.com/office/drawing/2014/main" id="{FAD7B213-CFDF-CC2F-4F62-1EB9872AE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991" y="3073408"/>
              <a:ext cx="3464628" cy="2816202"/>
            </a:xfrm>
            <a:prstGeom prst="rect">
              <a:avLst/>
            </a:prstGeom>
          </p:spPr>
        </p:pic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3C3124C8-B461-41E9-39D4-438C0C915E51}"/>
                </a:ext>
              </a:extLst>
            </p:cNvPr>
            <p:cNvSpPr/>
            <p:nvPr/>
          </p:nvSpPr>
          <p:spPr>
            <a:xfrm>
              <a:off x="5111099" y="3073408"/>
              <a:ext cx="1239520" cy="152521"/>
            </a:xfrm>
            <a:prstGeom prst="rect">
              <a:avLst/>
            </a:prstGeom>
            <a:solidFill>
              <a:srgbClr val="F9FAFD"/>
            </a:solidFill>
            <a:ln>
              <a:solidFill>
                <a:schemeClr val="bg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</p:spTree>
    <p:extLst>
      <p:ext uri="{BB962C8B-B14F-4D97-AF65-F5344CB8AC3E}">
        <p14:creationId xmlns:p14="http://schemas.microsoft.com/office/powerpoint/2010/main" val="2825532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F041F-5CD0-E779-4FEC-E9C38059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vak 8">
            <a:extLst>
              <a:ext uri="{FF2B5EF4-FFF2-40B4-BE49-F238E27FC236}">
                <a16:creationId xmlns:a16="http://schemas.microsoft.com/office/drawing/2014/main" id="{F1958CA0-2507-7411-AD38-B2AAEB87D862}"/>
              </a:ext>
            </a:extLst>
          </p:cNvPr>
          <p:cNvSpPr txBox="1"/>
          <p:nvPr/>
        </p:nvSpPr>
        <p:spPr>
          <a:xfrm>
            <a:off x="511008" y="1902490"/>
            <a:ext cx="11169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8" name="Afbeelding 7" descr="Afbeelding met tekst, schermopname, lijn, nummer&#10;&#10;Door AI gegenereerde inhoud is mogelijk onjuist.">
            <a:extLst>
              <a:ext uri="{FF2B5EF4-FFF2-40B4-BE49-F238E27FC236}">
                <a16:creationId xmlns:a16="http://schemas.microsoft.com/office/drawing/2014/main" id="{DFB20BBC-637E-4C65-E955-DAB8D32C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74" y="547182"/>
            <a:ext cx="8742452" cy="55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9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83C3C-A415-8675-83E9-768B8CD6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F9172-9D73-3FB7-9F31-6B310859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10798676" cy="1172326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Data </a:t>
            </a:r>
            <a:r>
              <a:rPr lang="fr-FR" dirty="0" err="1"/>
              <a:t>opslag</a:t>
            </a:r>
            <a:endParaRPr lang="fr-FR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96CE7776-CFAC-9C54-B3D7-E7F7FD8863A5}"/>
              </a:ext>
            </a:extLst>
          </p:cNvPr>
          <p:cNvSpPr txBox="1"/>
          <p:nvPr/>
        </p:nvSpPr>
        <p:spPr>
          <a:xfrm>
            <a:off x="511008" y="1820867"/>
            <a:ext cx="1116998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nl-BE" sz="1600" dirty="0">
                <a:solidFill>
                  <a:schemeClr val="bg1"/>
                </a:solidFill>
              </a:rPr>
              <a:t>NodeRed: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Tempdata naar fields en tags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nl-BE" sz="1600" dirty="0">
                <a:solidFill>
                  <a:schemeClr val="bg1"/>
                </a:solidFill>
              </a:rPr>
              <a:t>InfuxDB: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Tabel + grafiek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1600" dirty="0">
                <a:solidFill>
                  <a:schemeClr val="bg1"/>
                </a:solidFill>
              </a:rPr>
              <a:t>Volgende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sz="1600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FD963BE-40EC-1E87-E9D4-FD0BD47A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20" y="2939531"/>
            <a:ext cx="5412272" cy="486497"/>
          </a:xfrm>
          <a:prstGeom prst="rect">
            <a:avLst/>
          </a:prstGeom>
        </p:spPr>
      </p:pic>
      <p:pic>
        <p:nvPicPr>
          <p:cNvPr id="5" name="Afbeelding 4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3906A99F-4867-BEE1-FD27-5DFF751CE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930" y="3675220"/>
            <a:ext cx="4441062" cy="217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1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B16FD-7D96-173A-377C-A39C6136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schermopname, tekst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3296C5F4-79CD-E593-CA8F-C37BA8D00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5465" r="-1069" b="4621"/>
          <a:stretch>
            <a:fillRect/>
          </a:stretch>
        </p:blipFill>
        <p:spPr>
          <a:xfrm>
            <a:off x="464195" y="552383"/>
            <a:ext cx="11263609" cy="3785937"/>
          </a:xfrm>
          <a:prstGeom prst="rect">
            <a:avLst/>
          </a:prstGeom>
        </p:spPr>
      </p:pic>
      <p:pic>
        <p:nvPicPr>
          <p:cNvPr id="8" name="Afbeelding 7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EE3A36E1-F7A4-3579-8DB3-95F8FEEEB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4853515"/>
            <a:ext cx="5700534" cy="1452102"/>
          </a:xfrm>
          <a:prstGeom prst="rect">
            <a:avLst/>
          </a:prstGeom>
          <a:ln w="12700">
            <a:solidFill>
              <a:srgbClr val="07070E"/>
            </a:solidFill>
          </a:ln>
        </p:spPr>
      </p:pic>
      <p:cxnSp>
        <p:nvCxnSpPr>
          <p:cNvPr id="16" name="Verbindingslijn: gekromd 15">
            <a:extLst>
              <a:ext uri="{FF2B5EF4-FFF2-40B4-BE49-F238E27FC236}">
                <a16:creationId xmlns:a16="http://schemas.microsoft.com/office/drawing/2014/main" id="{5CFD9A41-C767-CE5B-479E-D67E4EDD2A6B}"/>
              </a:ext>
            </a:extLst>
          </p:cNvPr>
          <p:cNvCxnSpPr/>
          <p:nvPr/>
        </p:nvCxnSpPr>
        <p:spPr>
          <a:xfrm>
            <a:off x="4206240" y="4257040"/>
            <a:ext cx="1473200" cy="1322526"/>
          </a:xfrm>
          <a:prstGeom prst="curvedConnector3">
            <a:avLst>
              <a:gd name="adj1" fmla="val 21724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kstvak 17">
            <a:extLst>
              <a:ext uri="{FF2B5EF4-FFF2-40B4-BE49-F238E27FC236}">
                <a16:creationId xmlns:a16="http://schemas.microsoft.com/office/drawing/2014/main" id="{3F6DC176-3A50-74AF-6F74-BB038BA9FF6F}"/>
              </a:ext>
            </a:extLst>
          </p:cNvPr>
          <p:cNvSpPr txBox="1"/>
          <p:nvPr/>
        </p:nvSpPr>
        <p:spPr>
          <a:xfrm>
            <a:off x="4729480" y="4853515"/>
            <a:ext cx="894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chemeClr val="accent6"/>
                </a:solidFill>
              </a:rPr>
              <a:t>In Excel</a:t>
            </a:r>
          </a:p>
        </p:txBody>
      </p:sp>
    </p:spTree>
    <p:extLst>
      <p:ext uri="{BB962C8B-B14F-4D97-AF65-F5344CB8AC3E}">
        <p14:creationId xmlns:p14="http://schemas.microsoft.com/office/powerpoint/2010/main" val="187425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CD07-5A2A-B812-83D0-B59BEEC9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5">
            <a:extLst>
              <a:ext uri="{FF2B5EF4-FFF2-40B4-BE49-F238E27FC236}">
                <a16:creationId xmlns:a16="http://schemas.microsoft.com/office/drawing/2014/main" id="{7C01EF4D-D3AC-7A1B-2AEC-BB02B7BD5D32}"/>
              </a:ext>
            </a:extLst>
          </p:cNvPr>
          <p:cNvSpPr txBox="1">
            <a:spLocks/>
          </p:cNvSpPr>
          <p:nvPr/>
        </p:nvSpPr>
        <p:spPr>
          <a:xfrm>
            <a:off x="442124" y="3083859"/>
            <a:ext cx="10974598" cy="151316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Project INFM: </a:t>
            </a:r>
            <a:r>
              <a:rPr lang="fr-FR" dirty="0" err="1"/>
              <a:t>Slimme</a:t>
            </a:r>
            <a:r>
              <a:rPr lang="fr-FR" dirty="0"/>
              <a:t> </a:t>
            </a:r>
            <a:r>
              <a:rPr lang="fr-FR" dirty="0" err="1"/>
              <a:t>regenwaterput</a:t>
            </a:r>
            <a:endParaRPr lang="fr-FR" dirty="0"/>
          </a:p>
        </p:txBody>
      </p:sp>
      <p:sp>
        <p:nvSpPr>
          <p:cNvPr id="17" name="Sous-titre 12">
            <a:extLst>
              <a:ext uri="{FF2B5EF4-FFF2-40B4-BE49-F238E27FC236}">
                <a16:creationId xmlns:a16="http://schemas.microsoft.com/office/drawing/2014/main" id="{4B881A98-1C42-69A3-F4FF-7C6D3E94ECD9}"/>
              </a:ext>
            </a:extLst>
          </p:cNvPr>
          <p:cNvSpPr txBox="1">
            <a:spLocks/>
          </p:cNvSpPr>
          <p:nvPr/>
        </p:nvSpPr>
        <p:spPr>
          <a:xfrm>
            <a:off x="556427" y="4597023"/>
            <a:ext cx="6579479" cy="1253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Lander Van Avermaet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60B60D6C-EAFB-E899-0F52-57D0570978DA}"/>
              </a:ext>
            </a:extLst>
          </p:cNvPr>
          <p:cNvSpPr/>
          <p:nvPr/>
        </p:nvSpPr>
        <p:spPr>
          <a:xfrm>
            <a:off x="556427" y="4282440"/>
            <a:ext cx="629920" cy="66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244533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Amaze">
  <a:themeElements>
    <a:clrScheme name="Amaz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107C10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3063592_TF16411256" id="{6E34655A-5EAB-48B3-934C-1E642CEC033D}" vid="{15A8A110-5E0A-4627-966E-D7B37AC1071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6e0ed944f324437a1628d920c25a1c7c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edbd56de57fb331bd1e5e8af7e1d85f1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47449C20-468D-43AC-BAA9-5AF10C1B7F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1E4E54-D823-4696-BBE2-5A8AE79AD4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9E9E9-CE08-455B-9B22-675497F5CD5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Wilt u uw leerlingenstudenten imponeren </Template>
  <TotalTime>0</TotalTime>
  <Words>207</Words>
  <Application>Microsoft Office PowerPoint</Application>
  <PresentationFormat>Breedbeeld</PresentationFormat>
  <Paragraphs>97</Paragraphs>
  <Slides>13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20" baseType="lpstr">
      <vt:lpstr>Arial</vt:lpstr>
      <vt:lpstr>Calibri</vt:lpstr>
      <vt:lpstr>Segoe UI</vt:lpstr>
      <vt:lpstr>Segoe UI Black</vt:lpstr>
      <vt:lpstr>Segoe UI Light</vt:lpstr>
      <vt:lpstr>Wingdings</vt:lpstr>
      <vt:lpstr>Thème Amaze</vt:lpstr>
      <vt:lpstr>PowerPoint-presentatie</vt:lpstr>
      <vt:lpstr>Functies</vt:lpstr>
      <vt:lpstr>PowerPoint-presentatie</vt:lpstr>
      <vt:lpstr>Waterniveau</vt:lpstr>
      <vt:lpstr>Pomp met LCD</vt:lpstr>
      <vt:lpstr>Temperatuur &amp; Humidity</vt:lpstr>
      <vt:lpstr>Luik openen</vt:lpstr>
      <vt:lpstr>MQTT uit</vt:lpstr>
      <vt:lpstr>MQTT in</vt:lpstr>
      <vt:lpstr>PowerPoint-presentatie</vt:lpstr>
      <vt:lpstr>Data opslag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Lander Van Avermaet</dc:creator>
  <cp:lastModifiedBy>Lander Van Avermaet</cp:lastModifiedBy>
  <cp:revision>1</cp:revision>
  <dcterms:created xsi:type="dcterms:W3CDTF">2025-12-06T15:25:16Z</dcterms:created>
  <dcterms:modified xsi:type="dcterms:W3CDTF">2025-12-06T17:47:21Z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